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tags/tag19.xml" ContentType="application/vnd.openxmlformats-officedocument.presentationml.tags+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2" r:id="rId5"/>
  </p:sldMasterIdLst>
  <p:notesMasterIdLst>
    <p:notesMasterId r:id="rId24"/>
  </p:notesMasterIdLst>
  <p:sldIdLst>
    <p:sldId id="286" r:id="rId6"/>
    <p:sldId id="268" r:id="rId7"/>
    <p:sldId id="269" r:id="rId8"/>
    <p:sldId id="273" r:id="rId9"/>
    <p:sldId id="271" r:id="rId10"/>
    <p:sldId id="270" r:id="rId11"/>
    <p:sldId id="272" r:id="rId12"/>
    <p:sldId id="274" r:id="rId13"/>
    <p:sldId id="283" r:id="rId14"/>
    <p:sldId id="281" r:id="rId15"/>
    <p:sldId id="280" r:id="rId16"/>
    <p:sldId id="276" r:id="rId17"/>
    <p:sldId id="282" r:id="rId18"/>
    <p:sldId id="275" r:id="rId19"/>
    <p:sldId id="278" r:id="rId20"/>
    <p:sldId id="277" r:id="rId21"/>
    <p:sldId id="279" r:id="rId22"/>
    <p:sldId id="284" r:id="rId23"/>
  </p:sldIdLst>
  <p:sldSz cx="12192000" cy="6858000"/>
  <p:notesSz cx="6858000" cy="9144000"/>
  <p:custDataLst>
    <p:tags r:id="rId2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CDDDE"/>
    <a:srgbClr val="B1D4E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7" autoAdjust="0"/>
    <p:restoredTop sz="84205" autoAdjust="0"/>
  </p:normalViewPr>
  <p:slideViewPr>
    <p:cSldViewPr snapToGrid="0">
      <p:cViewPr varScale="1">
        <p:scale>
          <a:sx n="110" d="100"/>
          <a:sy n="110" d="100"/>
        </p:scale>
        <p:origin x="5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91B9E4E-C037-43FB-BEFB-C1A41A62D6DF}"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GB"/>
        </a:p>
      </dgm:t>
    </dgm:pt>
    <dgm:pt modelId="{C6F7078A-5844-488B-8A0D-0595D5128075}">
      <dgm:prSet phldrT="[Text]" phldr="0" custT="1"/>
      <dgm:spPr/>
      <dgm:t>
        <a:bodyPr lIns="45720"/>
        <a:lstStyle/>
        <a:p>
          <a:r>
            <a:rPr lang="en-US" sz="3600" dirty="0">
              <a:solidFill>
                <a:srgbClr val="FFFFFF"/>
              </a:solidFill>
              <a:latin typeface="Roboto Medium" panose="02000000000000000000" pitchFamily="2" charset="0"/>
              <a:ea typeface="Roboto Medium" panose="02000000000000000000" pitchFamily="2" charset="0"/>
            </a:rPr>
            <a:t>1</a:t>
          </a:r>
          <a:br>
            <a:rPr lang="en-US" sz="3600" dirty="0">
              <a:solidFill>
                <a:srgbClr val="FFFFFF"/>
              </a:solidFill>
              <a:latin typeface="Roboto Medium" panose="02000000000000000000" pitchFamily="2" charset="0"/>
              <a:ea typeface="Roboto Medium" panose="02000000000000000000" pitchFamily="2" charset="0"/>
            </a:rPr>
          </a:br>
          <a:r>
            <a:rPr lang="en-US" sz="1400" dirty="0">
              <a:solidFill>
                <a:srgbClr val="FFFFFF"/>
              </a:solidFill>
              <a:latin typeface="Roboto Medium" panose="02000000000000000000" pitchFamily="2" charset="0"/>
              <a:ea typeface="Roboto Medium" panose="02000000000000000000" pitchFamily="2" charset="0"/>
            </a:rPr>
            <a:t>Major</a:t>
          </a:r>
          <a:br>
            <a:rPr lang="en-US" sz="1400" dirty="0">
              <a:solidFill>
                <a:srgbClr val="FFFFFF"/>
              </a:solidFill>
              <a:latin typeface="Roboto Medium" panose="02000000000000000000" pitchFamily="2" charset="0"/>
              <a:ea typeface="Roboto Medium" panose="02000000000000000000" pitchFamily="2" charset="0"/>
            </a:rPr>
          </a:br>
          <a:r>
            <a:rPr lang="en-US" sz="1400" dirty="0">
              <a:solidFill>
                <a:srgbClr val="FFFFFF"/>
              </a:solidFill>
              <a:latin typeface="Roboto Medium" panose="02000000000000000000" pitchFamily="2" charset="0"/>
              <a:ea typeface="Roboto Medium" panose="02000000000000000000" pitchFamily="2" charset="0"/>
            </a:rPr>
            <a:t>Accident</a:t>
          </a:r>
          <a:endParaRPr lang="en-GB" sz="1400" dirty="0">
            <a:solidFill>
              <a:srgbClr val="FFFFFF"/>
            </a:solidFill>
            <a:latin typeface="Roboto Medium" panose="02000000000000000000" pitchFamily="2" charset="0"/>
            <a:ea typeface="Roboto Medium" panose="02000000000000000000" pitchFamily="2" charset="0"/>
          </a:endParaRPr>
        </a:p>
      </dgm:t>
    </dgm:pt>
    <dgm:pt modelId="{18A45B8A-B652-4EFB-92C7-FA0ABC70802C}" type="parTrans" cxnId="{C5FAE453-2142-48EA-B9ED-A54EC592303C}">
      <dgm:prSet/>
      <dgm:spPr/>
      <dgm:t>
        <a:bodyPr/>
        <a:lstStyle/>
        <a:p>
          <a:endParaRPr lang="en-GB"/>
        </a:p>
      </dgm:t>
    </dgm:pt>
    <dgm:pt modelId="{E6CC70B7-E3F8-4E98-B1AE-82FF141841BB}" type="sibTrans" cxnId="{C5FAE453-2142-48EA-B9ED-A54EC592303C}">
      <dgm:prSet/>
      <dgm:spPr/>
      <dgm:t>
        <a:bodyPr/>
        <a:lstStyle/>
        <a:p>
          <a:endParaRPr lang="en-GB"/>
        </a:p>
      </dgm:t>
    </dgm:pt>
    <dgm:pt modelId="{829BF51F-83E1-45EC-A253-D94FC9F03C99}">
      <dgm:prSet phldrT="[Text]" phldr="0" custT="1"/>
      <dgm:spPr/>
      <dgm:t>
        <a:bodyPr/>
        <a:lstStyle/>
        <a:p>
          <a:r>
            <a:rPr lang="en-US" sz="4400" dirty="0">
              <a:solidFill>
                <a:srgbClr val="FFFFFF"/>
              </a:solidFill>
              <a:latin typeface="Roboto Medium" panose="02000000000000000000" pitchFamily="2" charset="0"/>
              <a:ea typeface="Roboto Medium" panose="02000000000000000000" pitchFamily="2" charset="0"/>
            </a:rPr>
            <a:t>29</a:t>
          </a:r>
          <a:br>
            <a:rPr lang="en-US" sz="4400" dirty="0">
              <a:solidFill>
                <a:srgbClr val="FFFFFF"/>
              </a:solidFill>
              <a:latin typeface="Roboto Medium" panose="02000000000000000000" pitchFamily="2" charset="0"/>
              <a:ea typeface="Roboto Medium" panose="02000000000000000000" pitchFamily="2" charset="0"/>
            </a:rPr>
          </a:br>
          <a:r>
            <a:rPr lang="en-US" sz="1400" dirty="0">
              <a:solidFill>
                <a:srgbClr val="FFFFFF"/>
              </a:solidFill>
              <a:latin typeface="Roboto Medium" panose="02000000000000000000" pitchFamily="2" charset="0"/>
              <a:ea typeface="Roboto Medium" panose="02000000000000000000" pitchFamily="2" charset="0"/>
            </a:rPr>
            <a:t>Accidents with minor injury </a:t>
          </a:r>
          <a:endParaRPr lang="en-GB" sz="1400" dirty="0">
            <a:solidFill>
              <a:srgbClr val="FFFFFF"/>
            </a:solidFill>
            <a:latin typeface="Roboto Medium" panose="02000000000000000000" pitchFamily="2" charset="0"/>
            <a:ea typeface="Roboto Medium" panose="02000000000000000000" pitchFamily="2" charset="0"/>
          </a:endParaRPr>
        </a:p>
      </dgm:t>
    </dgm:pt>
    <dgm:pt modelId="{60AA6745-DF0D-4E52-9421-F34659978B76}" type="parTrans" cxnId="{20196303-EE79-4B94-A695-C79CD8ECEEE6}">
      <dgm:prSet/>
      <dgm:spPr/>
      <dgm:t>
        <a:bodyPr/>
        <a:lstStyle/>
        <a:p>
          <a:endParaRPr lang="en-GB"/>
        </a:p>
      </dgm:t>
    </dgm:pt>
    <dgm:pt modelId="{A41CA10A-2AB6-47D0-AE0E-519681B4DC00}" type="sibTrans" cxnId="{20196303-EE79-4B94-A695-C79CD8ECEEE6}">
      <dgm:prSet/>
      <dgm:spPr/>
      <dgm:t>
        <a:bodyPr/>
        <a:lstStyle/>
        <a:p>
          <a:endParaRPr lang="en-GB"/>
        </a:p>
      </dgm:t>
    </dgm:pt>
    <dgm:pt modelId="{C53780F0-8B0B-4553-B2F3-523B60EE40C2}">
      <dgm:prSet phldrT="[Text]" phldr="0" custT="1"/>
      <dgm:spPr/>
      <dgm:t>
        <a:bodyPr/>
        <a:lstStyle/>
        <a:p>
          <a:r>
            <a:rPr lang="en-US" sz="4000" dirty="0">
              <a:solidFill>
                <a:srgbClr val="FFFFFF"/>
              </a:solidFill>
              <a:latin typeface="Roboto Medium" panose="02000000000000000000" pitchFamily="2" charset="0"/>
              <a:ea typeface="Roboto Medium" panose="02000000000000000000" pitchFamily="2" charset="0"/>
            </a:rPr>
            <a:t>300</a:t>
          </a:r>
          <a:br>
            <a:rPr lang="en-US" sz="4000" dirty="0">
              <a:solidFill>
                <a:srgbClr val="FFFFFF"/>
              </a:solidFill>
              <a:latin typeface="Roboto Medium" panose="02000000000000000000" pitchFamily="2" charset="0"/>
              <a:ea typeface="Roboto Medium" panose="02000000000000000000" pitchFamily="2" charset="0"/>
            </a:rPr>
          </a:br>
          <a:r>
            <a:rPr lang="en-US" sz="1400" dirty="0">
              <a:solidFill>
                <a:srgbClr val="FFFFFF"/>
              </a:solidFill>
              <a:latin typeface="Roboto Medium" panose="02000000000000000000" pitchFamily="2" charset="0"/>
              <a:ea typeface="Roboto Medium" panose="02000000000000000000" pitchFamily="2" charset="0"/>
            </a:rPr>
            <a:t>Accidents with no injury</a:t>
          </a:r>
          <a:endParaRPr lang="en-GB" sz="1400" dirty="0">
            <a:solidFill>
              <a:srgbClr val="FFFFFF"/>
            </a:solidFill>
            <a:latin typeface="Roboto Medium" panose="02000000000000000000" pitchFamily="2" charset="0"/>
            <a:ea typeface="Roboto Medium" panose="02000000000000000000" pitchFamily="2" charset="0"/>
          </a:endParaRPr>
        </a:p>
      </dgm:t>
    </dgm:pt>
    <dgm:pt modelId="{1E1EB489-C0F0-43AF-98DD-749F317D6EA6}" type="parTrans" cxnId="{C5ABFB9D-0875-43F2-9046-E1F5EF2A276B}">
      <dgm:prSet/>
      <dgm:spPr/>
      <dgm:t>
        <a:bodyPr/>
        <a:lstStyle/>
        <a:p>
          <a:endParaRPr lang="en-GB"/>
        </a:p>
      </dgm:t>
    </dgm:pt>
    <dgm:pt modelId="{F3B1D2EA-7372-4C8B-8097-E6A4EDBB2891}" type="sibTrans" cxnId="{C5ABFB9D-0875-43F2-9046-E1F5EF2A276B}">
      <dgm:prSet/>
      <dgm:spPr/>
      <dgm:t>
        <a:bodyPr/>
        <a:lstStyle/>
        <a:p>
          <a:endParaRPr lang="en-GB"/>
        </a:p>
      </dgm:t>
    </dgm:pt>
    <dgm:pt modelId="{0419ECC9-A50F-4C50-8A68-952274E30E1B}" type="pres">
      <dgm:prSet presAssocID="{B91B9E4E-C037-43FB-BEFB-C1A41A62D6DF}" presName="Name0" presStyleCnt="0">
        <dgm:presLayoutVars>
          <dgm:dir/>
          <dgm:animLvl val="lvl"/>
          <dgm:resizeHandles val="exact"/>
        </dgm:presLayoutVars>
      </dgm:prSet>
      <dgm:spPr/>
    </dgm:pt>
    <dgm:pt modelId="{9E690DFE-785C-4702-AB84-72DA57813FD2}" type="pres">
      <dgm:prSet presAssocID="{C6F7078A-5844-488B-8A0D-0595D5128075}" presName="Name8" presStyleCnt="0"/>
      <dgm:spPr/>
    </dgm:pt>
    <dgm:pt modelId="{70E10E0E-A294-4D71-A743-2DD210A1C2AA}" type="pres">
      <dgm:prSet presAssocID="{C6F7078A-5844-488B-8A0D-0595D5128075}" presName="level" presStyleLbl="node1" presStyleIdx="0" presStyleCnt="3">
        <dgm:presLayoutVars>
          <dgm:chMax val="1"/>
          <dgm:bulletEnabled val="1"/>
        </dgm:presLayoutVars>
      </dgm:prSet>
      <dgm:spPr/>
    </dgm:pt>
    <dgm:pt modelId="{BE288DA2-A75A-47E1-9E60-A047556CC246}" type="pres">
      <dgm:prSet presAssocID="{C6F7078A-5844-488B-8A0D-0595D5128075}" presName="levelTx" presStyleLbl="revTx" presStyleIdx="0" presStyleCnt="0">
        <dgm:presLayoutVars>
          <dgm:chMax val="1"/>
          <dgm:bulletEnabled val="1"/>
        </dgm:presLayoutVars>
      </dgm:prSet>
      <dgm:spPr/>
    </dgm:pt>
    <dgm:pt modelId="{8EFBF6DC-B19A-4D00-B6C6-C4E6DFBB68EE}" type="pres">
      <dgm:prSet presAssocID="{829BF51F-83E1-45EC-A253-D94FC9F03C99}" presName="Name8" presStyleCnt="0"/>
      <dgm:spPr/>
    </dgm:pt>
    <dgm:pt modelId="{8A218AFA-464C-4F7B-8B0C-F94C2357872D}" type="pres">
      <dgm:prSet presAssocID="{829BF51F-83E1-45EC-A253-D94FC9F03C99}" presName="level" presStyleLbl="node1" presStyleIdx="1" presStyleCnt="3">
        <dgm:presLayoutVars>
          <dgm:chMax val="1"/>
          <dgm:bulletEnabled val="1"/>
        </dgm:presLayoutVars>
      </dgm:prSet>
      <dgm:spPr/>
    </dgm:pt>
    <dgm:pt modelId="{197B1F35-EDD3-4B5A-AE22-EF9E71B435BD}" type="pres">
      <dgm:prSet presAssocID="{829BF51F-83E1-45EC-A253-D94FC9F03C99}" presName="levelTx" presStyleLbl="revTx" presStyleIdx="0" presStyleCnt="0">
        <dgm:presLayoutVars>
          <dgm:chMax val="1"/>
          <dgm:bulletEnabled val="1"/>
        </dgm:presLayoutVars>
      </dgm:prSet>
      <dgm:spPr/>
    </dgm:pt>
    <dgm:pt modelId="{C8DA781E-FF8A-4476-94FC-24D6689A01C7}" type="pres">
      <dgm:prSet presAssocID="{C53780F0-8B0B-4553-B2F3-523B60EE40C2}" presName="Name8" presStyleCnt="0"/>
      <dgm:spPr/>
    </dgm:pt>
    <dgm:pt modelId="{EE2A85C6-E9AC-4B0F-A14A-C3A72F65F24A}" type="pres">
      <dgm:prSet presAssocID="{C53780F0-8B0B-4553-B2F3-523B60EE40C2}" presName="level" presStyleLbl="node1" presStyleIdx="2" presStyleCnt="3" custLinFactNeighborX="16018" custLinFactNeighborY="-1151">
        <dgm:presLayoutVars>
          <dgm:chMax val="1"/>
          <dgm:bulletEnabled val="1"/>
        </dgm:presLayoutVars>
      </dgm:prSet>
      <dgm:spPr/>
    </dgm:pt>
    <dgm:pt modelId="{7A3A73A3-B5F2-49E4-A088-02A3880CF015}" type="pres">
      <dgm:prSet presAssocID="{C53780F0-8B0B-4553-B2F3-523B60EE40C2}" presName="levelTx" presStyleLbl="revTx" presStyleIdx="0" presStyleCnt="0">
        <dgm:presLayoutVars>
          <dgm:chMax val="1"/>
          <dgm:bulletEnabled val="1"/>
        </dgm:presLayoutVars>
      </dgm:prSet>
      <dgm:spPr/>
    </dgm:pt>
  </dgm:ptLst>
  <dgm:cxnLst>
    <dgm:cxn modelId="{20196303-EE79-4B94-A695-C79CD8ECEEE6}" srcId="{B91B9E4E-C037-43FB-BEFB-C1A41A62D6DF}" destId="{829BF51F-83E1-45EC-A253-D94FC9F03C99}" srcOrd="1" destOrd="0" parTransId="{60AA6745-DF0D-4E52-9421-F34659978B76}" sibTransId="{A41CA10A-2AB6-47D0-AE0E-519681B4DC00}"/>
    <dgm:cxn modelId="{63B7F71C-A8FF-4A13-BF6A-0ECAF6DC7465}" type="presOf" srcId="{829BF51F-83E1-45EC-A253-D94FC9F03C99}" destId="{197B1F35-EDD3-4B5A-AE22-EF9E71B435BD}" srcOrd="1" destOrd="0" presId="urn:microsoft.com/office/officeart/2005/8/layout/pyramid1"/>
    <dgm:cxn modelId="{472E0238-8AA2-4E68-A4D4-B93621A4C539}" type="presOf" srcId="{B91B9E4E-C037-43FB-BEFB-C1A41A62D6DF}" destId="{0419ECC9-A50F-4C50-8A68-952274E30E1B}" srcOrd="0" destOrd="0" presId="urn:microsoft.com/office/officeart/2005/8/layout/pyramid1"/>
    <dgm:cxn modelId="{F9E0FE62-1984-4874-9A38-30C632CCCD70}" type="presOf" srcId="{C6F7078A-5844-488B-8A0D-0595D5128075}" destId="{70E10E0E-A294-4D71-A743-2DD210A1C2AA}" srcOrd="0" destOrd="0" presId="urn:microsoft.com/office/officeart/2005/8/layout/pyramid1"/>
    <dgm:cxn modelId="{C5FAE453-2142-48EA-B9ED-A54EC592303C}" srcId="{B91B9E4E-C037-43FB-BEFB-C1A41A62D6DF}" destId="{C6F7078A-5844-488B-8A0D-0595D5128075}" srcOrd="0" destOrd="0" parTransId="{18A45B8A-B652-4EFB-92C7-FA0ABC70802C}" sibTransId="{E6CC70B7-E3F8-4E98-B1AE-82FF141841BB}"/>
    <dgm:cxn modelId="{B6EA6E7F-60F1-4F8E-92A2-A278B1565AE2}" type="presOf" srcId="{829BF51F-83E1-45EC-A253-D94FC9F03C99}" destId="{8A218AFA-464C-4F7B-8B0C-F94C2357872D}" srcOrd="0" destOrd="0" presId="urn:microsoft.com/office/officeart/2005/8/layout/pyramid1"/>
    <dgm:cxn modelId="{61964290-0086-48D2-971C-FAFAC269E620}" type="presOf" srcId="{C53780F0-8B0B-4553-B2F3-523B60EE40C2}" destId="{EE2A85C6-E9AC-4B0F-A14A-C3A72F65F24A}" srcOrd="0" destOrd="0" presId="urn:microsoft.com/office/officeart/2005/8/layout/pyramid1"/>
    <dgm:cxn modelId="{C5ABFB9D-0875-43F2-9046-E1F5EF2A276B}" srcId="{B91B9E4E-C037-43FB-BEFB-C1A41A62D6DF}" destId="{C53780F0-8B0B-4553-B2F3-523B60EE40C2}" srcOrd="2" destOrd="0" parTransId="{1E1EB489-C0F0-43AF-98DD-749F317D6EA6}" sibTransId="{F3B1D2EA-7372-4C8B-8097-E6A4EDBB2891}"/>
    <dgm:cxn modelId="{46CE2AEE-CCB8-433F-B818-3B98A0D4D9A8}" type="presOf" srcId="{C6F7078A-5844-488B-8A0D-0595D5128075}" destId="{BE288DA2-A75A-47E1-9E60-A047556CC246}" srcOrd="1" destOrd="0" presId="urn:microsoft.com/office/officeart/2005/8/layout/pyramid1"/>
    <dgm:cxn modelId="{BB56BAF4-0E69-4382-B5DA-09F127D57F7D}" type="presOf" srcId="{C53780F0-8B0B-4553-B2F3-523B60EE40C2}" destId="{7A3A73A3-B5F2-49E4-A088-02A3880CF015}" srcOrd="1" destOrd="0" presId="urn:microsoft.com/office/officeart/2005/8/layout/pyramid1"/>
    <dgm:cxn modelId="{9007B4CB-5317-4EDD-A0A4-6F6D7D0C96E0}" type="presParOf" srcId="{0419ECC9-A50F-4C50-8A68-952274E30E1B}" destId="{9E690DFE-785C-4702-AB84-72DA57813FD2}" srcOrd="0" destOrd="0" presId="urn:microsoft.com/office/officeart/2005/8/layout/pyramid1"/>
    <dgm:cxn modelId="{4F581333-F9E2-40DE-A56E-30B50D8D4149}" type="presParOf" srcId="{9E690DFE-785C-4702-AB84-72DA57813FD2}" destId="{70E10E0E-A294-4D71-A743-2DD210A1C2AA}" srcOrd="0" destOrd="0" presId="urn:microsoft.com/office/officeart/2005/8/layout/pyramid1"/>
    <dgm:cxn modelId="{10D8B0C5-53F3-4AF2-B336-CAB285ED9D15}" type="presParOf" srcId="{9E690DFE-785C-4702-AB84-72DA57813FD2}" destId="{BE288DA2-A75A-47E1-9E60-A047556CC246}" srcOrd="1" destOrd="0" presId="urn:microsoft.com/office/officeart/2005/8/layout/pyramid1"/>
    <dgm:cxn modelId="{CD380B2F-678A-4103-8342-208D2D9EC318}" type="presParOf" srcId="{0419ECC9-A50F-4C50-8A68-952274E30E1B}" destId="{8EFBF6DC-B19A-4D00-B6C6-C4E6DFBB68EE}" srcOrd="1" destOrd="0" presId="urn:microsoft.com/office/officeart/2005/8/layout/pyramid1"/>
    <dgm:cxn modelId="{70FB2430-DDD9-4F5F-A006-E01E3650315A}" type="presParOf" srcId="{8EFBF6DC-B19A-4D00-B6C6-C4E6DFBB68EE}" destId="{8A218AFA-464C-4F7B-8B0C-F94C2357872D}" srcOrd="0" destOrd="0" presId="urn:microsoft.com/office/officeart/2005/8/layout/pyramid1"/>
    <dgm:cxn modelId="{037FD4A3-5130-45A5-A85E-1A8D9F38FA54}" type="presParOf" srcId="{8EFBF6DC-B19A-4D00-B6C6-C4E6DFBB68EE}" destId="{197B1F35-EDD3-4B5A-AE22-EF9E71B435BD}" srcOrd="1" destOrd="0" presId="urn:microsoft.com/office/officeart/2005/8/layout/pyramid1"/>
    <dgm:cxn modelId="{637613DC-94F2-40C2-B533-53966B013055}" type="presParOf" srcId="{0419ECC9-A50F-4C50-8A68-952274E30E1B}" destId="{C8DA781E-FF8A-4476-94FC-24D6689A01C7}" srcOrd="2" destOrd="0" presId="urn:microsoft.com/office/officeart/2005/8/layout/pyramid1"/>
    <dgm:cxn modelId="{A9D273D3-47E9-4162-892E-E33FD03A2558}" type="presParOf" srcId="{C8DA781E-FF8A-4476-94FC-24D6689A01C7}" destId="{EE2A85C6-E9AC-4B0F-A14A-C3A72F65F24A}" srcOrd="0" destOrd="0" presId="urn:microsoft.com/office/officeart/2005/8/layout/pyramid1"/>
    <dgm:cxn modelId="{35C2DBE9-BCDF-488D-980D-20ED46BDD804}" type="presParOf" srcId="{C8DA781E-FF8A-4476-94FC-24D6689A01C7}" destId="{7A3A73A3-B5F2-49E4-A088-02A3880CF015}" srcOrd="1" destOrd="0" presId="urn:microsoft.com/office/officeart/2005/8/layout/pyramid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E10E0E-A294-4D71-A743-2DD210A1C2AA}">
      <dsp:nvSpPr>
        <dsp:cNvPr id="0" name=""/>
        <dsp:cNvSpPr/>
      </dsp:nvSpPr>
      <dsp:spPr>
        <a:xfrm>
          <a:off x="1423970" y="0"/>
          <a:ext cx="1423970" cy="1051979"/>
        </a:xfrm>
        <a:prstGeom prst="trapezoid">
          <a:avLst>
            <a:gd name="adj" fmla="val 67681"/>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r>
            <a:rPr lang="en-US" sz="3600" kern="1200" dirty="0">
              <a:solidFill>
                <a:srgbClr val="FFFFFF"/>
              </a:solidFill>
              <a:latin typeface="Roboto Medium" panose="02000000000000000000" pitchFamily="2" charset="0"/>
              <a:ea typeface="Roboto Medium" panose="02000000000000000000" pitchFamily="2" charset="0"/>
            </a:rPr>
            <a:t>1</a:t>
          </a:r>
          <a:br>
            <a:rPr lang="en-US" sz="3600" kern="1200" dirty="0">
              <a:solidFill>
                <a:srgbClr val="FFFFFF"/>
              </a:solidFill>
              <a:latin typeface="Roboto Medium" panose="02000000000000000000" pitchFamily="2" charset="0"/>
              <a:ea typeface="Roboto Medium" panose="02000000000000000000" pitchFamily="2" charset="0"/>
            </a:rPr>
          </a:br>
          <a:r>
            <a:rPr lang="en-US" sz="1400" kern="1200" dirty="0">
              <a:solidFill>
                <a:srgbClr val="FFFFFF"/>
              </a:solidFill>
              <a:latin typeface="Roboto Medium" panose="02000000000000000000" pitchFamily="2" charset="0"/>
              <a:ea typeface="Roboto Medium" panose="02000000000000000000" pitchFamily="2" charset="0"/>
            </a:rPr>
            <a:t>Major</a:t>
          </a:r>
          <a:br>
            <a:rPr lang="en-US" sz="1400" kern="1200" dirty="0">
              <a:solidFill>
                <a:srgbClr val="FFFFFF"/>
              </a:solidFill>
              <a:latin typeface="Roboto Medium" panose="02000000000000000000" pitchFamily="2" charset="0"/>
              <a:ea typeface="Roboto Medium" panose="02000000000000000000" pitchFamily="2" charset="0"/>
            </a:rPr>
          </a:br>
          <a:r>
            <a:rPr lang="en-US" sz="1400" kern="1200" dirty="0">
              <a:solidFill>
                <a:srgbClr val="FFFFFF"/>
              </a:solidFill>
              <a:latin typeface="Roboto Medium" panose="02000000000000000000" pitchFamily="2" charset="0"/>
              <a:ea typeface="Roboto Medium" panose="02000000000000000000" pitchFamily="2" charset="0"/>
            </a:rPr>
            <a:t>Accident</a:t>
          </a:r>
          <a:endParaRPr lang="en-GB" sz="1400" kern="1200" dirty="0">
            <a:solidFill>
              <a:srgbClr val="FFFFFF"/>
            </a:solidFill>
            <a:latin typeface="Roboto Medium" panose="02000000000000000000" pitchFamily="2" charset="0"/>
            <a:ea typeface="Roboto Medium" panose="02000000000000000000" pitchFamily="2" charset="0"/>
          </a:endParaRPr>
        </a:p>
      </dsp:txBody>
      <dsp:txXfrm>
        <a:off x="1423970" y="0"/>
        <a:ext cx="1423970" cy="1051979"/>
      </dsp:txXfrm>
    </dsp:sp>
    <dsp:sp modelId="{8A218AFA-464C-4F7B-8B0C-F94C2357872D}">
      <dsp:nvSpPr>
        <dsp:cNvPr id="0" name=""/>
        <dsp:cNvSpPr/>
      </dsp:nvSpPr>
      <dsp:spPr>
        <a:xfrm>
          <a:off x="711985" y="1051979"/>
          <a:ext cx="2847940" cy="1051979"/>
        </a:xfrm>
        <a:prstGeom prst="trapezoid">
          <a:avLst>
            <a:gd name="adj" fmla="val 67681"/>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5880" tIns="55880" rIns="55880" bIns="55880" numCol="1" spcCol="1270" anchor="ctr" anchorCtr="0">
          <a:noAutofit/>
        </a:bodyPr>
        <a:lstStyle/>
        <a:p>
          <a:pPr marL="0" lvl="0" indent="0" algn="ctr" defTabSz="1955800">
            <a:lnSpc>
              <a:spcPct val="90000"/>
            </a:lnSpc>
            <a:spcBef>
              <a:spcPct val="0"/>
            </a:spcBef>
            <a:spcAft>
              <a:spcPct val="35000"/>
            </a:spcAft>
            <a:buNone/>
          </a:pPr>
          <a:r>
            <a:rPr lang="en-US" sz="4400" kern="1200" dirty="0">
              <a:solidFill>
                <a:srgbClr val="FFFFFF"/>
              </a:solidFill>
              <a:latin typeface="Roboto Medium" panose="02000000000000000000" pitchFamily="2" charset="0"/>
              <a:ea typeface="Roboto Medium" panose="02000000000000000000" pitchFamily="2" charset="0"/>
            </a:rPr>
            <a:t>29</a:t>
          </a:r>
          <a:br>
            <a:rPr lang="en-US" sz="4400" kern="1200" dirty="0">
              <a:solidFill>
                <a:srgbClr val="FFFFFF"/>
              </a:solidFill>
              <a:latin typeface="Roboto Medium" panose="02000000000000000000" pitchFamily="2" charset="0"/>
              <a:ea typeface="Roboto Medium" panose="02000000000000000000" pitchFamily="2" charset="0"/>
            </a:rPr>
          </a:br>
          <a:r>
            <a:rPr lang="en-US" sz="1400" kern="1200" dirty="0">
              <a:solidFill>
                <a:srgbClr val="FFFFFF"/>
              </a:solidFill>
              <a:latin typeface="Roboto Medium" panose="02000000000000000000" pitchFamily="2" charset="0"/>
              <a:ea typeface="Roboto Medium" panose="02000000000000000000" pitchFamily="2" charset="0"/>
            </a:rPr>
            <a:t>Accidents with minor injury </a:t>
          </a:r>
          <a:endParaRPr lang="en-GB" sz="1400" kern="1200" dirty="0">
            <a:solidFill>
              <a:srgbClr val="FFFFFF"/>
            </a:solidFill>
            <a:latin typeface="Roboto Medium" panose="02000000000000000000" pitchFamily="2" charset="0"/>
            <a:ea typeface="Roboto Medium" panose="02000000000000000000" pitchFamily="2" charset="0"/>
          </a:endParaRPr>
        </a:p>
      </dsp:txBody>
      <dsp:txXfrm>
        <a:off x="1210374" y="1051979"/>
        <a:ext cx="1851161" cy="1051979"/>
      </dsp:txXfrm>
    </dsp:sp>
    <dsp:sp modelId="{EE2A85C6-E9AC-4B0F-A14A-C3A72F65F24A}">
      <dsp:nvSpPr>
        <dsp:cNvPr id="0" name=""/>
        <dsp:cNvSpPr/>
      </dsp:nvSpPr>
      <dsp:spPr>
        <a:xfrm>
          <a:off x="0" y="2091849"/>
          <a:ext cx="4271910" cy="1051979"/>
        </a:xfrm>
        <a:prstGeom prst="trapezoid">
          <a:avLst>
            <a:gd name="adj" fmla="val 67681"/>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50800" rIns="50800" bIns="50800" numCol="1" spcCol="1270" anchor="ctr" anchorCtr="0">
          <a:noAutofit/>
        </a:bodyPr>
        <a:lstStyle/>
        <a:p>
          <a:pPr marL="0" lvl="0" indent="0" algn="ctr" defTabSz="1778000">
            <a:lnSpc>
              <a:spcPct val="90000"/>
            </a:lnSpc>
            <a:spcBef>
              <a:spcPct val="0"/>
            </a:spcBef>
            <a:spcAft>
              <a:spcPct val="35000"/>
            </a:spcAft>
            <a:buNone/>
          </a:pPr>
          <a:r>
            <a:rPr lang="en-US" sz="4000" kern="1200" dirty="0">
              <a:solidFill>
                <a:srgbClr val="FFFFFF"/>
              </a:solidFill>
              <a:latin typeface="Roboto Medium" panose="02000000000000000000" pitchFamily="2" charset="0"/>
              <a:ea typeface="Roboto Medium" panose="02000000000000000000" pitchFamily="2" charset="0"/>
            </a:rPr>
            <a:t>300</a:t>
          </a:r>
          <a:br>
            <a:rPr lang="en-US" sz="4000" kern="1200" dirty="0">
              <a:solidFill>
                <a:srgbClr val="FFFFFF"/>
              </a:solidFill>
              <a:latin typeface="Roboto Medium" panose="02000000000000000000" pitchFamily="2" charset="0"/>
              <a:ea typeface="Roboto Medium" panose="02000000000000000000" pitchFamily="2" charset="0"/>
            </a:rPr>
          </a:br>
          <a:r>
            <a:rPr lang="en-US" sz="1400" kern="1200" dirty="0">
              <a:solidFill>
                <a:srgbClr val="FFFFFF"/>
              </a:solidFill>
              <a:latin typeface="Roboto Medium" panose="02000000000000000000" pitchFamily="2" charset="0"/>
              <a:ea typeface="Roboto Medium" panose="02000000000000000000" pitchFamily="2" charset="0"/>
            </a:rPr>
            <a:t>Accidents with no injury</a:t>
          </a:r>
          <a:endParaRPr lang="en-GB" sz="1400" kern="1200" dirty="0">
            <a:solidFill>
              <a:srgbClr val="FFFFFF"/>
            </a:solidFill>
            <a:latin typeface="Roboto Medium" panose="02000000000000000000" pitchFamily="2" charset="0"/>
            <a:ea typeface="Roboto Medium" panose="02000000000000000000" pitchFamily="2" charset="0"/>
          </a:endParaRPr>
        </a:p>
      </dsp:txBody>
      <dsp:txXfrm>
        <a:off x="747584" y="2091849"/>
        <a:ext cx="2776741" cy="1051979"/>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7F2DAF-F860-4541-8503-A1C3D1EF0BC8}" type="datetimeFigureOut">
              <a:rPr lang="en-GB" smtClean="0"/>
              <a:t>01/09/2025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BAD679-046A-4A96-8704-D42DFABE1B3C}" type="slidenum">
              <a:rPr lang="en-GB" smtClean="0"/>
              <a:t>‹#›</a:t>
            </a:fld>
            <a:endParaRPr lang="en-GB"/>
          </a:p>
        </p:txBody>
      </p:sp>
    </p:spTree>
    <p:extLst>
      <p:ext uri="{BB962C8B-B14F-4D97-AF65-F5344CB8AC3E}">
        <p14:creationId xmlns:p14="http://schemas.microsoft.com/office/powerpoint/2010/main" val="23636259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6125"/>
            <a:ext cx="6626225" cy="3727450"/>
          </a:xfrm>
        </p:spPr>
      </p:sp>
      <p:sp>
        <p:nvSpPr>
          <p:cNvPr id="3" name="Notes Placeholder 2"/>
          <p:cNvSpPr>
            <a:spLocks noGrp="1"/>
          </p:cNvSpPr>
          <p:nvPr>
            <p:ph type="body" idx="1"/>
          </p:nvPr>
        </p:nvSpPr>
        <p:spPr/>
        <p:txBody>
          <a:bodyPr/>
          <a:lstStyle/>
          <a:p>
            <a:pPr algn="l"/>
            <a:r>
              <a:rPr lang="en-GB" b="0" i="0" dirty="0">
                <a:solidFill>
                  <a:srgbClr val="374151"/>
                </a:solidFill>
                <a:effectLst/>
                <a:latin typeface="Söhne"/>
              </a:rPr>
              <a:t>Welcome to this online Crew Resource Management Course.</a:t>
            </a:r>
          </a:p>
          <a:p>
            <a:pPr algn="l"/>
            <a:r>
              <a:rPr lang="en-GB" b="0" i="0" dirty="0">
                <a:solidFill>
                  <a:srgbClr val="374151"/>
                </a:solidFill>
                <a:effectLst/>
                <a:latin typeface="Söhne"/>
              </a:rPr>
              <a:t>The course is designed to enable you to:</a:t>
            </a:r>
          </a:p>
          <a:p>
            <a:pPr algn="l">
              <a:buFont typeface="Arial" panose="020B0604020202020204" pitchFamily="34" charset="0"/>
              <a:buChar char="•"/>
            </a:pPr>
            <a:r>
              <a:rPr lang="en-GB" b="0" i="0" dirty="0">
                <a:solidFill>
                  <a:srgbClr val="374151"/>
                </a:solidFill>
                <a:effectLst/>
                <a:latin typeface="Söhne"/>
              </a:rPr>
              <a:t>Define CRM</a:t>
            </a:r>
          </a:p>
          <a:p>
            <a:pPr algn="l">
              <a:buFont typeface="Arial" panose="020B0604020202020204" pitchFamily="34" charset="0"/>
              <a:buChar char="•"/>
            </a:pPr>
            <a:r>
              <a:rPr lang="en-GB" b="0" i="0" dirty="0">
                <a:solidFill>
                  <a:srgbClr val="374151"/>
                </a:solidFill>
                <a:effectLst/>
                <a:latin typeface="Söhne"/>
              </a:rPr>
              <a:t>Understand the background to its conception and</a:t>
            </a:r>
          </a:p>
          <a:p>
            <a:pPr algn="l">
              <a:buFont typeface="Arial" panose="020B0604020202020204" pitchFamily="34" charset="0"/>
              <a:buChar char="•"/>
            </a:pPr>
            <a:r>
              <a:rPr lang="en-GB" b="0" i="0" dirty="0">
                <a:solidFill>
                  <a:srgbClr val="374151"/>
                </a:solidFill>
                <a:effectLst/>
                <a:latin typeface="Söhne"/>
              </a:rPr>
              <a:t>Appreciate the importance of CRM for safe and optimal working practices.</a:t>
            </a:r>
          </a:p>
        </p:txBody>
      </p:sp>
      <p:sp>
        <p:nvSpPr>
          <p:cNvPr id="4" name="Slide Number Placeholder 3"/>
          <p:cNvSpPr>
            <a:spLocks noGrp="1"/>
          </p:cNvSpPr>
          <p:nvPr>
            <p:ph type="sldNum" sz="quarter" idx="5"/>
          </p:nvPr>
        </p:nvSpPr>
        <p:spPr/>
        <p:txBody>
          <a:bodyPr/>
          <a:lstStyle/>
          <a:p>
            <a:pPr>
              <a:defRPr/>
            </a:pPr>
            <a:fld id="{22DAA77F-0A40-4AA2-9138-EF2803CFBB59}" type="slidenum">
              <a:rPr lang="en-GB" smtClean="0"/>
              <a:pPr>
                <a:defRPr/>
              </a:pPr>
              <a:t>1</a:t>
            </a:fld>
            <a:endParaRPr lang="en-GB" dirty="0"/>
          </a:p>
        </p:txBody>
      </p:sp>
    </p:spTree>
    <p:extLst>
      <p:ext uri="{BB962C8B-B14F-4D97-AF65-F5344CB8AC3E}">
        <p14:creationId xmlns:p14="http://schemas.microsoft.com/office/powerpoint/2010/main" val="24797678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algn="l"/>
            <a:r>
              <a:rPr lang="en-GB" b="0" i="0" dirty="0">
                <a:solidFill>
                  <a:srgbClr val="374151"/>
                </a:solidFill>
                <a:effectLst/>
                <a:latin typeface="Söhne"/>
              </a:rPr>
              <a:t>Herbert William Heinrich, an Assistant Superintendent of the Engineering and Inspection Division of Travelers Insurance Company, published a book titled 'Industrial Accident Prevention, A Scientific Approach' in 1931. One empirical finding from his 1931 book became known as Heinrich's Law: that in a workplace, for every accident that causes a major injury, there are 29 accidents that cause minor injuries and 300 accidents that cause no injuries.</a:t>
            </a:r>
          </a:p>
          <a:p>
            <a:pPr algn="l"/>
            <a:r>
              <a:rPr lang="en-GB" b="0" i="0" dirty="0">
                <a:solidFill>
                  <a:srgbClr val="374151"/>
                </a:solidFill>
                <a:effectLst/>
                <a:latin typeface="Söhne"/>
              </a:rPr>
              <a:t>Heinrich's work is claimed as the basis for the theory of behaviour-based safety, which holds that the large majority of all workplace accidents are caused by unsafe acts. Heinrich came to this conclusion after reviewing thousands of accident reports completed by supervisors, who generally blamed workers for causing accidents without conducting detailed investigations into the root causes.</a:t>
            </a:r>
          </a:p>
          <a:p>
            <a:pPr algn="l"/>
            <a:r>
              <a:rPr lang="en-GB" b="0" i="0" dirty="0">
                <a:solidFill>
                  <a:srgbClr val="374151"/>
                </a:solidFill>
                <a:effectLst/>
                <a:latin typeface="Söhne"/>
              </a:rPr>
              <a:t>According to Heinrich, 88% of all workplace accidents and injuries are caused by 'man-failure'.</a:t>
            </a:r>
          </a:p>
          <a:p>
            <a:br>
              <a:rPr lang="en-GB" dirty="0"/>
            </a:br>
            <a:endParaRPr lang="en-GB" sz="1400" dirty="0"/>
          </a:p>
          <a:p>
            <a:pPr lvl="1"/>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2DAA77F-0A40-4AA2-9138-EF2803CFBB59}" type="slidenum">
              <a:rPr kumimoji="0" lang="en-GB" sz="1200" b="1" i="0" u="none" strike="noStrike" kern="1200" cap="none" spc="0" normalizeH="0" baseline="0" noProof="0" smtClean="0">
                <a:ln>
                  <a:noFill/>
                </a:ln>
                <a:solidFill>
                  <a:srgbClr val="0079C1"/>
                </a:solidFill>
                <a:effectLst/>
                <a:uLnTx/>
                <a:uFillTx/>
                <a:latin typeface="Arial" charset="0"/>
                <a:ea typeface="ＭＳ Ｐゴシック" pitchFamily="48"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GB" sz="1200" b="1" i="0" u="none" strike="noStrike" kern="1200" cap="none" spc="0" normalizeH="0" baseline="0" noProof="0" dirty="0">
              <a:ln>
                <a:noFill/>
              </a:ln>
              <a:solidFill>
                <a:srgbClr val="0079C1"/>
              </a:solidFill>
              <a:effectLst/>
              <a:uLnTx/>
              <a:uFillTx/>
              <a:latin typeface="Arial" charset="0"/>
              <a:ea typeface="ＭＳ Ｐゴシック" pitchFamily="48" charset="-128"/>
              <a:cs typeface="+mn-cs"/>
            </a:endParaRPr>
          </a:p>
        </p:txBody>
      </p:sp>
    </p:spTree>
    <p:extLst>
      <p:ext uri="{BB962C8B-B14F-4D97-AF65-F5344CB8AC3E}">
        <p14:creationId xmlns:p14="http://schemas.microsoft.com/office/powerpoint/2010/main" val="2696836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algn="l"/>
            <a:r>
              <a:rPr lang="en-GB" sz="2800" b="0" i="0" dirty="0">
                <a:solidFill>
                  <a:srgbClr val="374151"/>
                </a:solidFill>
                <a:effectLst/>
                <a:latin typeface="Söhne"/>
              </a:rPr>
              <a:t>Heinrich's was the first scientific study to report the often-quoted 70-90% incidence of 'human error'.</a:t>
            </a:r>
          </a:p>
          <a:p>
            <a:pPr algn="l"/>
            <a:r>
              <a:rPr lang="en-GB" sz="2800" b="0" i="0" dirty="0">
                <a:solidFill>
                  <a:srgbClr val="374151"/>
                </a:solidFill>
                <a:effectLst/>
                <a:latin typeface="Söhne"/>
              </a:rPr>
              <a:t>Many more studies of accidents in aviation and other industries have concluded that 70-90% are due to 'Human Error.' However, the modern consensus, formed by Dekker, the Institution of Occupational Safety and Health, and many regulatory bodies, is that:</a:t>
            </a:r>
          </a:p>
          <a:p>
            <a:pPr algn="l">
              <a:buFont typeface="Arial" panose="020B0604020202020204" pitchFamily="34" charset="0"/>
              <a:buChar char="•"/>
            </a:pPr>
            <a:r>
              <a:rPr lang="en-GB" sz="2800" b="0" i="0" dirty="0">
                <a:solidFill>
                  <a:srgbClr val="374151"/>
                </a:solidFill>
                <a:effectLst/>
                <a:latin typeface="Söhne"/>
              </a:rPr>
              <a:t>The causes of accidents are far more complex than just 'Human Error' and involve the interaction of the human with the system, environment, equipment, procedures, competing goals, etc.</a:t>
            </a:r>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2DAA77F-0A40-4AA2-9138-EF2803CFBB59}" type="slidenum">
              <a:rPr kumimoji="0" lang="en-GB" sz="1200" b="1" i="0" u="none" strike="noStrike" kern="1200" cap="none" spc="0" normalizeH="0" baseline="0" noProof="0" smtClean="0">
                <a:ln>
                  <a:noFill/>
                </a:ln>
                <a:solidFill>
                  <a:srgbClr val="0079C1"/>
                </a:solidFill>
                <a:effectLst/>
                <a:uLnTx/>
                <a:uFillTx/>
                <a:latin typeface="Arial" charset="0"/>
                <a:ea typeface="ＭＳ Ｐゴシック" pitchFamily="48"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GB" sz="1200" b="1" i="0" u="none" strike="noStrike" kern="1200" cap="none" spc="0" normalizeH="0" baseline="0" noProof="0" dirty="0">
              <a:ln>
                <a:noFill/>
              </a:ln>
              <a:solidFill>
                <a:srgbClr val="0079C1"/>
              </a:solidFill>
              <a:effectLst/>
              <a:uLnTx/>
              <a:uFillTx/>
              <a:latin typeface="Arial" charset="0"/>
              <a:ea typeface="ＭＳ Ｐゴシック" pitchFamily="48" charset="-128"/>
              <a:cs typeface="+mn-cs"/>
            </a:endParaRPr>
          </a:p>
        </p:txBody>
      </p:sp>
    </p:spTree>
    <p:extLst>
      <p:ext uri="{BB962C8B-B14F-4D97-AF65-F5344CB8AC3E}">
        <p14:creationId xmlns:p14="http://schemas.microsoft.com/office/powerpoint/2010/main" val="27760972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algn="l"/>
            <a:r>
              <a:rPr lang="en-GB" sz="2800" b="0" i="0" dirty="0">
                <a:solidFill>
                  <a:srgbClr val="374151"/>
                </a:solidFill>
                <a:effectLst/>
                <a:latin typeface="Söhne"/>
              </a:rPr>
              <a:t>Errors are almost always associated with a negative outcome of some kind: a performance shortfall. However, sometimes people perform unintended actions that turn out to be for the better. These unexpected actions are rarely designated as errors.</a:t>
            </a:r>
          </a:p>
          <a:p>
            <a:pPr algn="l"/>
            <a:r>
              <a:rPr lang="en-GB" sz="2800" b="0" i="0" dirty="0">
                <a:solidFill>
                  <a:srgbClr val="374151"/>
                </a:solidFill>
                <a:effectLst/>
                <a:latin typeface="Söhne"/>
              </a:rPr>
              <a:t>For example, Alexander Fleming’s discovery of penicillin in 1928 is often described as 'accidental', but is rarely (if ever) described as 'erroneous'.</a:t>
            </a:r>
          </a:p>
          <a:p>
            <a:pPr algn="l"/>
            <a:r>
              <a:rPr lang="en-GB" sz="2800" b="0" i="0" dirty="0">
                <a:solidFill>
                  <a:srgbClr val="374151"/>
                </a:solidFill>
                <a:effectLst/>
                <a:latin typeface="Söhne"/>
              </a:rPr>
              <a:t>Fleming’s legendary discovery of penicillin occurred while he was investigating staphylococcus, a common type of bacteria that causes boils and can also cause disastrous infections in patients with weakened immune systems. Before Fleming left for a two-week trip, a petri dish containing a staphylococcus culture was left on a lab bench and never placed in the incubator as intended. Somehow, in preparing the culture, a Penicillium mould spore had been accidentally introduced into the medium, perhaps coming in through a window or more likely, floating up a stairwell from the lab below where various moulds were being cultured. The temperature conditions that prevailed during Fleming’s absence permitted both the bacteria and the mould spores to grow; had the incubator been used, only the bacteria could have grown.</a:t>
            </a:r>
          </a:p>
          <a:p>
            <a:pPr algn="l"/>
            <a:r>
              <a:rPr lang="en-GB" sz="2800" b="0" i="0" dirty="0">
                <a:solidFill>
                  <a:srgbClr val="374151"/>
                </a:solidFill>
                <a:effectLst/>
                <a:latin typeface="Söhne"/>
              </a:rPr>
              <a:t>LOSA data indicates that 75% of errors had no consequences.</a:t>
            </a:r>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2DAA77F-0A40-4AA2-9138-EF2803CFBB59}" type="slidenum">
              <a:rPr kumimoji="0" lang="en-GB" sz="1200" b="1" i="0" u="none" strike="noStrike" kern="1200" cap="none" spc="0" normalizeH="0" baseline="0" noProof="0" smtClean="0">
                <a:ln>
                  <a:noFill/>
                </a:ln>
                <a:solidFill>
                  <a:srgbClr val="0079C1"/>
                </a:solidFill>
                <a:effectLst/>
                <a:uLnTx/>
                <a:uFillTx/>
                <a:latin typeface="Arial" charset="0"/>
                <a:ea typeface="ＭＳ Ｐゴシック" pitchFamily="48"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GB" sz="1200" b="1" i="0" u="none" strike="noStrike" kern="1200" cap="none" spc="0" normalizeH="0" baseline="0" noProof="0" dirty="0">
              <a:ln>
                <a:noFill/>
              </a:ln>
              <a:solidFill>
                <a:srgbClr val="0079C1"/>
              </a:solidFill>
              <a:effectLst/>
              <a:uLnTx/>
              <a:uFillTx/>
              <a:latin typeface="Arial" charset="0"/>
              <a:ea typeface="ＭＳ Ｐゴシック" pitchFamily="48" charset="-128"/>
              <a:cs typeface="+mn-cs"/>
            </a:endParaRPr>
          </a:p>
        </p:txBody>
      </p:sp>
    </p:spTree>
    <p:extLst>
      <p:ext uri="{BB962C8B-B14F-4D97-AF65-F5344CB8AC3E}">
        <p14:creationId xmlns:p14="http://schemas.microsoft.com/office/powerpoint/2010/main" val="34079474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algn="l"/>
            <a:r>
              <a:rPr lang="en-GB" b="0" i="0" dirty="0">
                <a:solidFill>
                  <a:srgbClr val="374151"/>
                </a:solidFill>
                <a:effectLst/>
                <a:latin typeface="Söhne"/>
              </a:rPr>
              <a:t>Human error can be defined as:</a:t>
            </a:r>
          </a:p>
          <a:p>
            <a:pPr algn="l"/>
            <a:r>
              <a:rPr lang="en-GB" b="0" i="0" dirty="0">
                <a:solidFill>
                  <a:srgbClr val="374151"/>
                </a:solidFill>
                <a:effectLst/>
                <a:latin typeface="Söhne"/>
              </a:rPr>
              <a:t>'A consequence of human involvement which causes deviation from an individual’s or organisational intentions or expectations.'</a:t>
            </a:r>
          </a:p>
          <a:p>
            <a:pPr algn="l"/>
            <a:r>
              <a:rPr lang="en-GB" b="0" i="0" dirty="0">
                <a:solidFill>
                  <a:srgbClr val="374151"/>
                </a:solidFill>
                <a:effectLst/>
                <a:latin typeface="Söhne"/>
              </a:rPr>
              <a:t>Human error refers to the mistakes, actions, or decisions made by individuals that lead to undesirable or unintended outcomes. Human error occurs in all aspects of life, including personal and professional.</a:t>
            </a:r>
          </a:p>
          <a:p>
            <a:pPr algn="l"/>
            <a:r>
              <a:rPr lang="en-GB" b="0" i="0" dirty="0">
                <a:solidFill>
                  <a:srgbClr val="374151"/>
                </a:solidFill>
                <a:effectLst/>
                <a:latin typeface="Söhne"/>
              </a:rPr>
              <a:t>Human error is a significant factor in many accidents, failures, and incidents across all industries. However, aviation is especially notable for their high probability of human errors resulting in severe harm to life, and this industry has therefore been at the forefront of efforts to reduce human errors.</a:t>
            </a:r>
          </a:p>
          <a:p>
            <a:pPr algn="l"/>
            <a:r>
              <a:rPr lang="en-GB" b="0" i="0" dirty="0">
                <a:solidFill>
                  <a:srgbClr val="374151"/>
                </a:solidFill>
                <a:effectLst/>
                <a:latin typeface="Söhne"/>
              </a:rPr>
              <a:t>Understanding human error is crucial for designing systems, procedures, and environments that minimize the likelihood and impact of errors. Approaches like human factors and ergonomics aim to improve the compatibility between humans and the systems they interact with, considering human limitations, capabilities, and potential sources of error.</a:t>
            </a:r>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2DAA77F-0A40-4AA2-9138-EF2803CFBB59}" type="slidenum">
              <a:rPr kumimoji="0" lang="en-GB" sz="1200" b="1" i="0" u="none" strike="noStrike" kern="1200" cap="none" spc="0" normalizeH="0" baseline="0" noProof="0" smtClean="0">
                <a:ln>
                  <a:noFill/>
                </a:ln>
                <a:solidFill>
                  <a:srgbClr val="0079C1"/>
                </a:solidFill>
                <a:effectLst/>
                <a:uLnTx/>
                <a:uFillTx/>
                <a:latin typeface="Arial" charset="0"/>
                <a:ea typeface="ＭＳ Ｐゴシック" pitchFamily="48"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GB" sz="1200" b="1" i="0" u="none" strike="noStrike" kern="1200" cap="none" spc="0" normalizeH="0" baseline="0" noProof="0">
              <a:ln>
                <a:noFill/>
              </a:ln>
              <a:solidFill>
                <a:srgbClr val="0079C1"/>
              </a:solidFill>
              <a:effectLst/>
              <a:uLnTx/>
              <a:uFillTx/>
              <a:latin typeface="Arial" charset="0"/>
              <a:ea typeface="ＭＳ Ｐゴシック" pitchFamily="48" charset="-128"/>
              <a:cs typeface="+mn-cs"/>
            </a:endParaRPr>
          </a:p>
        </p:txBody>
      </p:sp>
    </p:spTree>
    <p:extLst>
      <p:ext uri="{BB962C8B-B14F-4D97-AF65-F5344CB8AC3E}">
        <p14:creationId xmlns:p14="http://schemas.microsoft.com/office/powerpoint/2010/main" val="4682253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a:lnSpc>
                <a:spcPct val="115000"/>
              </a:lnSpc>
              <a:spcAft>
                <a:spcPts val="600"/>
              </a:spcAft>
            </a:pPr>
            <a:r>
              <a:rPr lang="en-GB" sz="2800" b="0" i="0" dirty="0">
                <a:solidFill>
                  <a:srgbClr val="374151"/>
                </a:solidFill>
                <a:effectLst/>
                <a:latin typeface="Söhne"/>
              </a:rPr>
              <a:t>Errors are actions or inactions that fail to achieve their intended outcomes. Violations are intentional actions or inactions that break known rules, procedures, or norms. However, the negative consequences which may result are not intentional. The term ‘human error’ is often used to encompass both errors and violations.</a:t>
            </a:r>
            <a:endParaRPr lang="en-GB" sz="1800" dirty="0">
              <a:effectLst/>
              <a:latin typeface="Franklin Gothic Book" panose="020B0503020102020204" pitchFamily="34"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2DAA77F-0A40-4AA2-9138-EF2803CFBB59}" type="slidenum">
              <a:rPr kumimoji="0" lang="en-GB" sz="1200" b="1" i="0" u="none" strike="noStrike" kern="1200" cap="none" spc="0" normalizeH="0" baseline="0" noProof="0" smtClean="0">
                <a:ln>
                  <a:noFill/>
                </a:ln>
                <a:solidFill>
                  <a:srgbClr val="0079C1"/>
                </a:solidFill>
                <a:effectLst/>
                <a:uLnTx/>
                <a:uFillTx/>
                <a:latin typeface="Arial" charset="0"/>
                <a:ea typeface="ＭＳ Ｐゴシック" pitchFamily="48"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GB" sz="1200" b="1" i="0" u="none" strike="noStrike" kern="1200" cap="none" spc="0" normalizeH="0" baseline="0" noProof="0" dirty="0">
              <a:ln>
                <a:noFill/>
              </a:ln>
              <a:solidFill>
                <a:srgbClr val="0079C1"/>
              </a:solidFill>
              <a:effectLst/>
              <a:uLnTx/>
              <a:uFillTx/>
              <a:latin typeface="Arial" charset="0"/>
              <a:ea typeface="ＭＳ Ｐゴシック" pitchFamily="48" charset="-128"/>
              <a:cs typeface="+mn-cs"/>
            </a:endParaRPr>
          </a:p>
        </p:txBody>
      </p:sp>
    </p:spTree>
    <p:extLst>
      <p:ext uri="{BB962C8B-B14F-4D97-AF65-F5344CB8AC3E}">
        <p14:creationId xmlns:p14="http://schemas.microsoft.com/office/powerpoint/2010/main" val="9640585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algn="l"/>
            <a:r>
              <a:rPr lang="en-GB" sz="2800" b="0" i="0" dirty="0">
                <a:solidFill>
                  <a:srgbClr val="374151"/>
                </a:solidFill>
                <a:effectLst/>
                <a:latin typeface="Söhne"/>
              </a:rPr>
              <a:t>Human errors are often categorised into Slips, Lapses, Mistakes, and Violations.</a:t>
            </a:r>
          </a:p>
          <a:p>
            <a:pPr algn="l"/>
            <a:r>
              <a:rPr lang="en-GB" sz="2800" b="1" i="0" dirty="0">
                <a:solidFill>
                  <a:srgbClr val="374151"/>
                </a:solidFill>
                <a:effectLst/>
                <a:latin typeface="Söhne"/>
              </a:rPr>
              <a:t>Slips.</a:t>
            </a:r>
            <a:r>
              <a:rPr lang="en-GB" sz="2800" b="0" i="0" dirty="0">
                <a:solidFill>
                  <a:srgbClr val="374151"/>
                </a:solidFill>
                <a:effectLst/>
                <a:latin typeface="Söhne"/>
              </a:rPr>
              <a:t> These are actions that do not go as planned, while lapses are memory failures. For example, operating the flap lever instead of the (intended) gear lever is a slip. Forgetting a checklist item is a lapse. Slips are usually easy to detect quickly and do not have immediate serious consequences due to built-in system protections.</a:t>
            </a:r>
          </a:p>
          <a:p>
            <a:pPr algn="l"/>
            <a:r>
              <a:rPr lang="en-GB" sz="2800" b="1" i="0" dirty="0">
                <a:solidFill>
                  <a:srgbClr val="374151"/>
                </a:solidFill>
                <a:effectLst/>
                <a:latin typeface="Söhne"/>
              </a:rPr>
              <a:t>Lapses.</a:t>
            </a:r>
            <a:r>
              <a:rPr lang="en-GB" sz="2800" b="0" i="0" dirty="0">
                <a:solidFill>
                  <a:srgbClr val="374151"/>
                </a:solidFill>
                <a:effectLst/>
                <a:latin typeface="Söhne"/>
              </a:rPr>
              <a:t> These may be more difficult to detect and therefore may also be more likely to have consequences.</a:t>
            </a:r>
          </a:p>
          <a:p>
            <a:pPr algn="l"/>
            <a:r>
              <a:rPr lang="en-GB" sz="2800" b="1" i="0" dirty="0">
                <a:solidFill>
                  <a:srgbClr val="374151"/>
                </a:solidFill>
                <a:effectLst/>
                <a:latin typeface="Söhne"/>
              </a:rPr>
              <a:t>Mistakes.</a:t>
            </a:r>
            <a:r>
              <a:rPr lang="en-GB" sz="2800" b="0" i="0" dirty="0">
                <a:solidFill>
                  <a:srgbClr val="374151"/>
                </a:solidFill>
                <a:effectLst/>
                <a:latin typeface="Söhne"/>
              </a:rPr>
              <a:t> These are failures in the plan of action. Even if execution of the plan was correct, it would not be possible to achieve the intended outcome. Mistakes are even more dangerous because the person committing the mistake believes that he or she is doing the correct thing, and thus carries on with the action often despite a growing number of signs that things are not going right. They can be rule or knowledge-based.</a:t>
            </a:r>
          </a:p>
          <a:p>
            <a:pPr algn="l"/>
            <a:r>
              <a:rPr lang="en-GB" sz="2800" b="1" i="0" dirty="0">
                <a:solidFill>
                  <a:srgbClr val="374151"/>
                </a:solidFill>
                <a:effectLst/>
                <a:latin typeface="Söhne"/>
              </a:rPr>
              <a:t>Violations.</a:t>
            </a:r>
            <a:r>
              <a:rPr lang="en-GB" sz="2800" b="0" i="0" dirty="0">
                <a:solidFill>
                  <a:srgbClr val="374151"/>
                </a:solidFill>
                <a:effectLst/>
                <a:latin typeface="Söhne"/>
              </a:rPr>
              <a:t> These are like mistakes, but with an increased potential to deviate to an abnormal type of operation with an associated increase in risk. Many violations are tempting because often they bring benefits without any readily apparent drawbacks. Routine violations result from automatic and sometimes unconscious behaviour. They are habitual actions (strong, but wrong, habits) accepted by the workgroup as normal business and are often tolerated by the organisation and/or governing body. Employees will usually consider routine violations as low risk to themselves and the task. For example, airside drivers may always drive 10 kilometres per hour above the mandatory speed limit. Routine violations tend to occur at the skill-based level – they have become part of a person’s automated routine.</a:t>
            </a:r>
          </a:p>
          <a:p>
            <a:pPr algn="l"/>
            <a:r>
              <a:rPr lang="en-GB" sz="2800" b="0" i="0" dirty="0">
                <a:solidFill>
                  <a:srgbClr val="374151"/>
                </a:solidFill>
                <a:effectLst/>
                <a:latin typeface="Söhne"/>
              </a:rPr>
              <a:t>Situational violations are the result of organisational and environmental factors that make it difficult for employees not to commit violations. These factors include time pressure, lack of supervision, poor ambient conditions (for example, light, noise, and heat), insufficient resources, and a negative culture. Technicians may find themselves “signing-off” completed work on an aircraft without acquiring the necessary supervisory cross-check, either because of a lack of supervisors or because the process takes too long. Situational violations tend to occur at the rule-based level, where people take actions deemed necessary to get the job done.</a:t>
            </a:r>
          </a:p>
          <a:p>
            <a:pPr algn="l"/>
            <a:r>
              <a:rPr lang="en-GB" sz="2800" b="0" i="0" dirty="0">
                <a:solidFill>
                  <a:srgbClr val="374151"/>
                </a:solidFill>
                <a:effectLst/>
                <a:latin typeface="Söhne"/>
              </a:rPr>
              <a:t>Exceptional violations are rare occurrences that take place in very unusual circumstances (for example, emergencies or equipment failure). They can be the result of a conscious decision to violate or an instinctive reaction to the situation. Conscious decisions may include landing with an excessive tailwind on a long runway following a hydraulic systems failure, rather than risking further consequences during the time it takes to re-position for the preferred runway. Instinctive reactions fall much closer to the caveat that pilots may violate rules if it is safer to do so – for example, continuing with an unstable approach to land following an uncontained engine failure. Exceptional violations tend to occur at the knowledge-based level as they mostly occur in unique and unfamiliar circumstances.</a:t>
            </a:r>
          </a:p>
          <a:p>
            <a:pPr>
              <a:lnSpc>
                <a:spcPct val="115000"/>
              </a:lnSpc>
              <a:spcAft>
                <a:spcPts val="600"/>
              </a:spcAft>
            </a:pPr>
            <a:endParaRPr lang="en-GB" sz="1800" dirty="0">
              <a:effectLst/>
              <a:latin typeface="Franklin Gothic Book" panose="020B050302010202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2DAA77F-0A40-4AA2-9138-EF2803CFBB59}" type="slidenum">
              <a:rPr kumimoji="0" lang="en-GB" sz="1200" b="1" i="0" u="none" strike="noStrike" kern="1200" cap="none" spc="0" normalizeH="0" baseline="0" noProof="0" smtClean="0">
                <a:ln>
                  <a:noFill/>
                </a:ln>
                <a:solidFill>
                  <a:srgbClr val="0079C1"/>
                </a:solidFill>
                <a:effectLst/>
                <a:uLnTx/>
                <a:uFillTx/>
                <a:latin typeface="Arial" charset="0"/>
                <a:ea typeface="ＭＳ Ｐゴシック" pitchFamily="48"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GB" sz="1200" b="1" i="0" u="none" strike="noStrike" kern="1200" cap="none" spc="0" normalizeH="0" baseline="0" noProof="0" dirty="0">
              <a:ln>
                <a:noFill/>
              </a:ln>
              <a:solidFill>
                <a:srgbClr val="0079C1"/>
              </a:solidFill>
              <a:effectLst/>
              <a:uLnTx/>
              <a:uFillTx/>
              <a:latin typeface="Arial" charset="0"/>
              <a:ea typeface="ＭＳ Ｐゴシック" pitchFamily="48" charset="-128"/>
              <a:cs typeface="+mn-cs"/>
            </a:endParaRPr>
          </a:p>
        </p:txBody>
      </p:sp>
    </p:spTree>
    <p:extLst>
      <p:ext uri="{BB962C8B-B14F-4D97-AF65-F5344CB8AC3E}">
        <p14:creationId xmlns:p14="http://schemas.microsoft.com/office/powerpoint/2010/main" val="2818936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algn="l"/>
            <a:r>
              <a:rPr lang="en-GB" sz="2800" b="0" i="0" dirty="0">
                <a:solidFill>
                  <a:srgbClr val="374151"/>
                </a:solidFill>
                <a:effectLst/>
                <a:latin typeface="Söhne"/>
              </a:rPr>
              <a:t>Not all errors cause accidents, and not all accidents are caused by errors.</a:t>
            </a:r>
          </a:p>
          <a:p>
            <a:pPr algn="l"/>
            <a:r>
              <a:rPr lang="en-GB" sz="2800" b="0" i="0" dirty="0">
                <a:solidFill>
                  <a:srgbClr val="374151"/>
                </a:solidFill>
                <a:effectLst/>
                <a:latin typeface="Söhne"/>
              </a:rPr>
              <a:t>Statistics from the University of Texas LOSA database show the following:</a:t>
            </a:r>
          </a:p>
          <a:p>
            <a:pPr algn="l">
              <a:buFont typeface="Arial" panose="020B0604020202020204" pitchFamily="34" charset="0"/>
              <a:buChar char="•"/>
            </a:pPr>
            <a:r>
              <a:rPr lang="en-GB" sz="2800" b="0" i="0" dirty="0">
                <a:solidFill>
                  <a:srgbClr val="374151"/>
                </a:solidFill>
                <a:effectLst/>
                <a:latin typeface="Söhne"/>
              </a:rPr>
              <a:t>In 60% of the flights, at least one error or violation was observed, with the average per flight being 1.5.</a:t>
            </a:r>
          </a:p>
          <a:p>
            <a:pPr algn="l">
              <a:buFont typeface="Arial" panose="020B0604020202020204" pitchFamily="34" charset="0"/>
              <a:buChar char="•"/>
            </a:pPr>
            <a:r>
              <a:rPr lang="en-GB" sz="2800" b="0" i="0" dirty="0">
                <a:solidFill>
                  <a:srgbClr val="374151"/>
                </a:solidFill>
                <a:effectLst/>
                <a:latin typeface="Söhne"/>
              </a:rPr>
              <a:t>A quarter of the errors and violations were mismanaged or had consequences, resulting in an undesired aircraft state or an additional error.</a:t>
            </a:r>
          </a:p>
          <a:p>
            <a:pPr algn="l">
              <a:buFont typeface="Arial" panose="020B0604020202020204" pitchFamily="34" charset="0"/>
              <a:buChar char="•"/>
            </a:pPr>
            <a:r>
              <a:rPr lang="en-GB" sz="2800" b="0" i="0" dirty="0">
                <a:solidFill>
                  <a:srgbClr val="374151"/>
                </a:solidFill>
                <a:effectLst/>
                <a:latin typeface="Söhne"/>
              </a:rPr>
              <a:t>A third of the errors were detected and corrected, 4% were detected but made worse, and over 60% remained undetected.</a:t>
            </a:r>
          </a:p>
          <a:p>
            <a:pPr algn="l"/>
            <a:r>
              <a:rPr lang="en-GB" sz="2800" b="0" i="0" dirty="0">
                <a:solidFill>
                  <a:srgbClr val="374151"/>
                </a:solidFill>
                <a:effectLst/>
                <a:latin typeface="Söhne"/>
              </a:rPr>
              <a:t>Human error is normal and prevalent in flight operations.</a:t>
            </a:r>
          </a:p>
          <a:p>
            <a:pPr algn="l"/>
            <a:r>
              <a:rPr lang="en-GB" sz="2800" b="0" i="0" dirty="0">
                <a:solidFill>
                  <a:srgbClr val="374151"/>
                </a:solidFill>
                <a:effectLst/>
                <a:latin typeface="Söhne"/>
              </a:rPr>
              <a:t>If an error is committed, either by a member of the crew or someone external, it is the duty of everyone to detect that error. Using effective monitoring, cross-checking, and verification, as well as evaluating the quality of any decisions made, all contribute to error detection.</a:t>
            </a:r>
          </a:p>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2DAA77F-0A40-4AA2-9138-EF2803CFBB59}" type="slidenum">
              <a:rPr kumimoji="0" lang="en-GB" sz="1200" b="1" i="0" u="none" strike="noStrike" kern="1200" cap="none" spc="0" normalizeH="0" baseline="0" noProof="0" smtClean="0">
                <a:ln>
                  <a:noFill/>
                </a:ln>
                <a:solidFill>
                  <a:srgbClr val="0079C1"/>
                </a:solidFill>
                <a:effectLst/>
                <a:uLnTx/>
                <a:uFillTx/>
                <a:latin typeface="Arial" charset="0"/>
                <a:ea typeface="ＭＳ Ｐゴシック" pitchFamily="48"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GB" sz="1200" b="1" i="0" u="none" strike="noStrike" kern="1200" cap="none" spc="0" normalizeH="0" baseline="0" noProof="0" dirty="0">
              <a:ln>
                <a:noFill/>
              </a:ln>
              <a:solidFill>
                <a:srgbClr val="0079C1"/>
              </a:solidFill>
              <a:effectLst/>
              <a:uLnTx/>
              <a:uFillTx/>
              <a:latin typeface="Arial" charset="0"/>
              <a:ea typeface="ＭＳ Ｐゴシック" pitchFamily="48" charset="-128"/>
              <a:cs typeface="+mn-cs"/>
            </a:endParaRPr>
          </a:p>
        </p:txBody>
      </p:sp>
    </p:spTree>
    <p:extLst>
      <p:ext uri="{BB962C8B-B14F-4D97-AF65-F5344CB8AC3E}">
        <p14:creationId xmlns:p14="http://schemas.microsoft.com/office/powerpoint/2010/main" val="21124418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sz="2800" b="0" i="0" dirty="0">
                <a:solidFill>
                  <a:srgbClr val="374151"/>
                </a:solidFill>
                <a:effectLst/>
                <a:latin typeface="Söhne"/>
              </a:rPr>
              <a:t>The causes and consequences of operational errors are not linear in their magnitude. An error committed in a benign area may have very little consequence. However, the same error committed in a setting where there is a threat may have a much graver outcome.</a:t>
            </a:r>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2DAA77F-0A40-4AA2-9138-EF2803CFBB59}" type="slidenum">
              <a:rPr kumimoji="0" lang="en-GB" sz="1200" b="1" i="0" u="none" strike="noStrike" kern="1200" cap="none" spc="0" normalizeH="0" baseline="0" noProof="0" smtClean="0">
                <a:ln>
                  <a:noFill/>
                </a:ln>
                <a:solidFill>
                  <a:srgbClr val="0079C1"/>
                </a:solidFill>
                <a:effectLst/>
                <a:uLnTx/>
                <a:uFillTx/>
                <a:latin typeface="Arial" charset="0"/>
                <a:ea typeface="ＭＳ Ｐゴシック" pitchFamily="48"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GB" sz="1200" b="1" i="0" u="none" strike="noStrike" kern="1200" cap="none" spc="0" normalizeH="0" baseline="0" noProof="0">
              <a:ln>
                <a:noFill/>
              </a:ln>
              <a:solidFill>
                <a:srgbClr val="0079C1"/>
              </a:solidFill>
              <a:effectLst/>
              <a:uLnTx/>
              <a:uFillTx/>
              <a:latin typeface="Arial" charset="0"/>
              <a:ea typeface="ＭＳ Ｐゴシック" pitchFamily="48" charset="-128"/>
              <a:cs typeface="+mn-cs"/>
            </a:endParaRPr>
          </a:p>
        </p:txBody>
      </p:sp>
    </p:spTree>
    <p:extLst>
      <p:ext uri="{BB962C8B-B14F-4D97-AF65-F5344CB8AC3E}">
        <p14:creationId xmlns:p14="http://schemas.microsoft.com/office/powerpoint/2010/main" val="13573089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15000"/>
              </a:lnSpc>
              <a:spcBef>
                <a:spcPct val="30000"/>
              </a:spcBef>
              <a:spcAft>
                <a:spcPts val="600"/>
              </a:spcAft>
              <a:buClrTx/>
              <a:buSzTx/>
              <a:buFontTx/>
              <a:buNone/>
              <a:tabLst/>
              <a:defRPr/>
            </a:pPr>
            <a:r>
              <a:rPr lang="en-GB" sz="2800" b="0" i="0" dirty="0">
                <a:solidFill>
                  <a:srgbClr val="374151"/>
                </a:solidFill>
                <a:effectLst/>
                <a:latin typeface="Söhne"/>
              </a:rPr>
              <a:t>The consequences of a human error are unpredictable and depend on the context. In a complex system with multiple defences, an accident usually involves multiple contributing factors, some visible and others being more distant from the actual accident. The consequences of an error typically depend more on factors other than the apparent gravity of the error. </a:t>
            </a:r>
            <a:r>
              <a:rPr lang="en-GB" sz="2800" dirty="0">
                <a:effectLst/>
                <a:latin typeface="Franklin Gothic Book" panose="020B0503020102020204" pitchFamily="34" charset="0"/>
                <a:ea typeface="Times New Roman" panose="02020603050405020304" pitchFamily="18" charset="0"/>
                <a:cs typeface="Times New Roman" panose="02020603050405020304" pitchFamily="18" charset="0"/>
              </a:rPr>
              <a:t>The same error can have completely different consequences, depending on the factors involved.</a:t>
            </a:r>
            <a:r>
              <a:rPr lang="en-GB" sz="2800" b="0" i="0" dirty="0">
                <a:solidFill>
                  <a:srgbClr val="374151"/>
                </a:solidFill>
                <a:effectLst/>
                <a:latin typeface="Söhne"/>
              </a:rPr>
              <a:t> It is usually wrong to think that a big catastrophe must have been preceded by an equally serious error. More commonly, it is the number of errors and the capability of the system to contain the errors that determine the outcomes.</a:t>
            </a:r>
          </a:p>
          <a:p>
            <a:pPr>
              <a:lnSpc>
                <a:spcPct val="115000"/>
              </a:lnSpc>
              <a:spcAft>
                <a:spcPts val="600"/>
              </a:spcAft>
            </a:pPr>
            <a:r>
              <a:rPr lang="en-GB" sz="1800" dirty="0">
                <a:effectLst/>
                <a:latin typeface="Franklin Gothic Book" panose="020B0503020102020204" pitchFamily="34" charset="0"/>
                <a:ea typeface="Times New Roman" panose="02020603050405020304" pitchFamily="18" charset="0"/>
                <a:cs typeface="Times New Roman" panose="02020603050405020304" pitchFamily="18" charset="0"/>
              </a:rPr>
              <a:t>For example, in the case of Span-air Flight 5-zero-2-2, the error (a lapse), was that setting the flaps correctly for take-off was forgotten. Factors influencing the consequences included:</a:t>
            </a:r>
          </a:p>
          <a:p>
            <a:pPr marL="342900" lvl="0" indent="-342900">
              <a:lnSpc>
                <a:spcPct val="115000"/>
              </a:lnSpc>
              <a:spcAft>
                <a:spcPts val="600"/>
              </a:spcAft>
              <a:buClr>
                <a:srgbClr val="0079C2"/>
              </a:buClr>
              <a:buFont typeface="Wingdings" panose="05000000000000000000" pitchFamily="2" charset="2"/>
              <a:buChar char=""/>
            </a:pPr>
            <a:r>
              <a:rPr lang="en-GB" sz="1800" dirty="0">
                <a:effectLst/>
                <a:latin typeface="Franklin Gothic Book" panose="020B0503020102020204" pitchFamily="34" charset="0"/>
                <a:ea typeface="Times New Roman" panose="02020603050405020304" pitchFamily="18" charset="0"/>
                <a:cs typeface="Times New Roman" panose="02020603050405020304" pitchFamily="18" charset="0"/>
              </a:rPr>
              <a:t>The aircraft type and performance.</a:t>
            </a:r>
          </a:p>
          <a:p>
            <a:pPr marL="342900" lvl="0" indent="-342900">
              <a:lnSpc>
                <a:spcPct val="115000"/>
              </a:lnSpc>
              <a:spcAft>
                <a:spcPts val="600"/>
              </a:spcAft>
              <a:buClr>
                <a:srgbClr val="0079C2"/>
              </a:buClr>
              <a:buFont typeface="Wingdings" panose="05000000000000000000" pitchFamily="2" charset="2"/>
              <a:buChar char=""/>
            </a:pPr>
            <a:r>
              <a:rPr lang="en-GB" sz="1800" dirty="0">
                <a:effectLst/>
                <a:latin typeface="Franklin Gothic Book" panose="020B0503020102020204" pitchFamily="34" charset="0"/>
                <a:ea typeface="Times New Roman" panose="02020603050405020304" pitchFamily="18" charset="0"/>
                <a:cs typeface="Times New Roman" panose="02020603050405020304" pitchFamily="18" charset="0"/>
              </a:rPr>
              <a:t>Actual take-off weight.</a:t>
            </a:r>
          </a:p>
          <a:p>
            <a:pPr marL="342900" lvl="0" indent="-342900">
              <a:lnSpc>
                <a:spcPct val="115000"/>
              </a:lnSpc>
              <a:spcAft>
                <a:spcPts val="600"/>
              </a:spcAft>
              <a:buClr>
                <a:srgbClr val="0079C2"/>
              </a:buClr>
              <a:buFont typeface="Wingdings" panose="05000000000000000000" pitchFamily="2" charset="2"/>
              <a:buChar char=""/>
            </a:pPr>
            <a:r>
              <a:rPr lang="en-GB" sz="1800" dirty="0">
                <a:effectLst/>
                <a:latin typeface="Franklin Gothic Book" panose="020B0503020102020204" pitchFamily="34" charset="0"/>
                <a:ea typeface="Times New Roman" panose="02020603050405020304" pitchFamily="18" charset="0"/>
                <a:cs typeface="Times New Roman" panose="02020603050405020304" pitchFamily="18" charset="0"/>
              </a:rPr>
              <a:t>Runway length and obstructions ahead, and</a:t>
            </a:r>
          </a:p>
          <a:p>
            <a:pPr marL="342900" lvl="0" indent="-342900">
              <a:lnSpc>
                <a:spcPct val="115000"/>
              </a:lnSpc>
              <a:spcAft>
                <a:spcPts val="600"/>
              </a:spcAft>
              <a:buClr>
                <a:srgbClr val="0079C2"/>
              </a:buClr>
              <a:buFont typeface="Wingdings" panose="05000000000000000000" pitchFamily="2" charset="2"/>
              <a:buChar char=""/>
            </a:pPr>
            <a:r>
              <a:rPr lang="en-GB" sz="1800" dirty="0">
                <a:effectLst/>
                <a:latin typeface="Franklin Gothic Book" panose="020B0503020102020204" pitchFamily="34" charset="0"/>
                <a:ea typeface="Times New Roman" panose="02020603050405020304" pitchFamily="18" charset="0"/>
                <a:cs typeface="Times New Roman" panose="02020603050405020304" pitchFamily="18" charset="0"/>
              </a:rPr>
              <a:t>Take-off configuration warning.</a:t>
            </a:r>
          </a:p>
          <a:p>
            <a:pPr>
              <a:lnSpc>
                <a:spcPct val="115000"/>
              </a:lnSpc>
              <a:spcAft>
                <a:spcPts val="600"/>
              </a:spcAft>
            </a:pPr>
            <a:endParaRPr lang="en-GB" sz="1800" dirty="0">
              <a:effectLst/>
              <a:latin typeface="Franklin Gothic Book" panose="020B0503020102020204" pitchFamily="34" charset="0"/>
              <a:ea typeface="Times New Roman" panose="02020603050405020304" pitchFamily="18" charset="0"/>
              <a:cs typeface="Times New Roman" panose="02020603050405020304" pitchFamily="18" charset="0"/>
            </a:endParaRPr>
          </a:p>
          <a:p>
            <a:pPr>
              <a:lnSpc>
                <a:spcPct val="115000"/>
              </a:lnSpc>
              <a:spcAft>
                <a:spcPts val="600"/>
              </a:spcAft>
            </a:pPr>
            <a:r>
              <a:rPr lang="en-GB" sz="1800" dirty="0">
                <a:effectLst/>
                <a:latin typeface="Franklin Gothic Book" panose="020B0503020102020204" pitchFamily="34" charset="0"/>
                <a:ea typeface="Times New Roman" panose="02020603050405020304" pitchFamily="18" charset="0"/>
                <a:cs typeface="Times New Roman" panose="02020603050405020304" pitchFamily="18" charset="0"/>
              </a:rPr>
              <a:t>This led to 1hundred-and-46 fatalities.</a:t>
            </a:r>
          </a:p>
          <a:p>
            <a:pPr>
              <a:lnSpc>
                <a:spcPct val="115000"/>
              </a:lnSpc>
              <a:spcAft>
                <a:spcPts val="600"/>
              </a:spcAft>
            </a:pPr>
            <a:endParaRPr lang="en-GB" sz="1800" dirty="0">
              <a:effectLst/>
              <a:latin typeface="Franklin Gothic Book" panose="020B0503020102020204" pitchFamily="34" charset="0"/>
              <a:ea typeface="Times New Roman" panose="02020603050405020304" pitchFamily="18" charset="0"/>
              <a:cs typeface="Times New Roman" panose="02020603050405020304" pitchFamily="18" charset="0"/>
            </a:endParaRPr>
          </a:p>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2DAA77F-0A40-4AA2-9138-EF2803CFBB59}" type="slidenum">
              <a:rPr kumimoji="0" lang="en-GB" sz="1200" b="1" i="0" u="none" strike="noStrike" kern="1200" cap="none" spc="0" normalizeH="0" baseline="0" noProof="0" smtClean="0">
                <a:ln>
                  <a:noFill/>
                </a:ln>
                <a:solidFill>
                  <a:srgbClr val="0079C1"/>
                </a:solidFill>
                <a:effectLst/>
                <a:uLnTx/>
                <a:uFillTx/>
                <a:latin typeface="Arial" charset="0"/>
                <a:ea typeface="ＭＳ Ｐゴシック" pitchFamily="48"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GB" sz="1200" b="1" i="0" u="none" strike="noStrike" kern="1200" cap="none" spc="0" normalizeH="0" baseline="0" noProof="0" dirty="0">
              <a:ln>
                <a:noFill/>
              </a:ln>
              <a:solidFill>
                <a:srgbClr val="0079C1"/>
              </a:solidFill>
              <a:effectLst/>
              <a:uLnTx/>
              <a:uFillTx/>
              <a:latin typeface="Arial" charset="0"/>
              <a:ea typeface="ＭＳ Ｐゴシック" pitchFamily="48" charset="-128"/>
              <a:cs typeface="+mn-cs"/>
            </a:endParaRPr>
          </a:p>
        </p:txBody>
      </p:sp>
    </p:spTree>
    <p:extLst>
      <p:ext uri="{BB962C8B-B14F-4D97-AF65-F5344CB8AC3E}">
        <p14:creationId xmlns:p14="http://schemas.microsoft.com/office/powerpoint/2010/main" val="12253863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algn="l"/>
            <a:r>
              <a:rPr lang="en-GB" sz="2800" b="0" i="0" dirty="0">
                <a:solidFill>
                  <a:srgbClr val="374151"/>
                </a:solidFill>
                <a:effectLst/>
                <a:latin typeface="Söhne"/>
              </a:rPr>
              <a:t>The error chain is a concept that describes human error accidents as the result of a sequence of events that culminate in a mishap. There is seldom one predominant cause, but rather several contributing factors or errors; hence the term "error chain". There are several Error Chain Models that illustrate the concept. The following model identifies links in the chain by means of 11 cues. Just as no chain is stronger than its weakest link, breaking any one link in the chain might potentially break an error chain and prevent a mishap.</a:t>
            </a:r>
          </a:p>
          <a:p>
            <a:pPr algn="l"/>
            <a:r>
              <a:rPr lang="en-GB" sz="2800" b="0" i="0" dirty="0">
                <a:solidFill>
                  <a:srgbClr val="374151"/>
                </a:solidFill>
                <a:effectLst/>
                <a:latin typeface="Söhne"/>
              </a:rPr>
              <a:t>It could be suggested that flight crews, unknowingly progressing toward a mishap, might interrupt that sequence of events such that it would not occur. More than 30 accidents and incidents were examined by one group of researchers to test the concept of error chains. Each was considered from the following perspective: "If the flight crew had been trained to be proficient in recognising links in error chains, and if such links were present in the operating environment and were subsequently found, would it have caused a different response and outcome?" In each event considered, the answer was "yes". The fewest links discovered in any one accident were four; the average was seven. Yet, recognising and responding to only one link is all that is potentially necessary to change an outcome. The presence of more than one link serves to enhance the potential for timely recognition of an error chain.</a:t>
            </a:r>
          </a:p>
          <a:p>
            <a:pPr algn="l"/>
            <a:r>
              <a:rPr lang="en-GB" sz="2800" b="0" i="0" dirty="0">
                <a:solidFill>
                  <a:srgbClr val="374151"/>
                </a:solidFill>
                <a:effectLst/>
                <a:latin typeface="Söhne"/>
              </a:rPr>
              <a:t>While an error chain might be relatively easy to reconstruct during accident investigation, the presence of one may be difficult for a flight crew to detect as it occurs. Familiarising flight crews with the concept of the error chain will help to improve matters in this respect.</a:t>
            </a:r>
          </a:p>
          <a:p>
            <a:endParaRPr lang="en-CA" dirty="0"/>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2DAA77F-0A40-4AA2-9138-EF2803CFBB59}" type="slidenum">
              <a:rPr kumimoji="0" lang="en-GB" sz="1200" b="1" i="0" u="none" strike="noStrike" kern="1200" cap="none" spc="0" normalizeH="0" baseline="0" noProof="0" smtClean="0">
                <a:ln>
                  <a:noFill/>
                </a:ln>
                <a:solidFill>
                  <a:srgbClr val="0079C1"/>
                </a:solidFill>
                <a:effectLst/>
                <a:uLnTx/>
                <a:uFillTx/>
                <a:latin typeface="Arial" charset="0"/>
                <a:ea typeface="ＭＳ Ｐゴシック" pitchFamily="48"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GB" sz="1200" b="1" i="0" u="none" strike="noStrike" kern="1200" cap="none" spc="0" normalizeH="0" baseline="0" noProof="0" dirty="0">
              <a:ln>
                <a:noFill/>
              </a:ln>
              <a:solidFill>
                <a:srgbClr val="0079C1"/>
              </a:solidFill>
              <a:effectLst/>
              <a:uLnTx/>
              <a:uFillTx/>
              <a:latin typeface="Arial" charset="0"/>
              <a:ea typeface="ＭＳ Ｐゴシック" pitchFamily="48" charset="-128"/>
              <a:cs typeface="+mn-cs"/>
            </a:endParaRPr>
          </a:p>
        </p:txBody>
      </p:sp>
    </p:spTree>
    <p:extLst>
      <p:ext uri="{BB962C8B-B14F-4D97-AF65-F5344CB8AC3E}">
        <p14:creationId xmlns:p14="http://schemas.microsoft.com/office/powerpoint/2010/main" val="31693639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algn="l"/>
            <a:r>
              <a:rPr lang="en-GB" sz="2800" b="0" i="0" dirty="0">
                <a:solidFill>
                  <a:srgbClr val="374151"/>
                </a:solidFill>
                <a:effectLst/>
                <a:latin typeface="Söhne"/>
              </a:rPr>
              <a:t>In a complex system, errors cannot be completely prevented. Error management strategies are required:</a:t>
            </a:r>
          </a:p>
          <a:p>
            <a:pPr algn="l">
              <a:buFont typeface="Arial" panose="020B0604020202020204" pitchFamily="34" charset="0"/>
              <a:buChar char="•"/>
            </a:pPr>
            <a:r>
              <a:rPr lang="en-GB" sz="2800" b="0" i="0" dirty="0">
                <a:solidFill>
                  <a:srgbClr val="374151"/>
                </a:solidFill>
                <a:effectLst/>
                <a:latin typeface="Söhne"/>
              </a:rPr>
              <a:t>Prevention is possible only in some specific cases and, almost without exception, requires design-based solutions.</a:t>
            </a:r>
          </a:p>
          <a:p>
            <a:pPr algn="l">
              <a:buFont typeface="Arial" panose="020B0604020202020204" pitchFamily="34" charset="0"/>
              <a:buChar char="•"/>
            </a:pPr>
            <a:r>
              <a:rPr lang="en-GB" sz="2800" b="0" i="0" dirty="0">
                <a:solidFill>
                  <a:srgbClr val="374151"/>
                </a:solidFill>
                <a:effectLst/>
                <a:latin typeface="Söhne"/>
              </a:rPr>
              <a:t>Reduction aims at minimizing both the likelihood and the magnitude of the error.</a:t>
            </a:r>
          </a:p>
          <a:p>
            <a:pPr algn="l">
              <a:buFont typeface="Arial" panose="020B0604020202020204" pitchFamily="34" charset="0"/>
              <a:buChar char="•"/>
            </a:pPr>
            <a:r>
              <a:rPr lang="en-GB" sz="2800" b="0" i="0" dirty="0">
                <a:solidFill>
                  <a:srgbClr val="374151"/>
                </a:solidFill>
                <a:effectLst/>
                <a:latin typeface="Söhne"/>
              </a:rPr>
              <a:t>Detection aims at making errors apparent as fast and as clearly as possible.</a:t>
            </a:r>
          </a:p>
          <a:p>
            <a:pPr algn="l">
              <a:buFont typeface="Arial" panose="020B0604020202020204" pitchFamily="34" charset="0"/>
              <a:buChar char="•"/>
            </a:pPr>
            <a:r>
              <a:rPr lang="en-GB" sz="2800" b="0" i="0" dirty="0">
                <a:solidFill>
                  <a:srgbClr val="374151"/>
                </a:solidFill>
                <a:effectLst/>
                <a:latin typeface="Söhne"/>
              </a:rPr>
              <a:t>Recovery aims at making it easy to rapidly return the system to its safe state after an error has been committed.</a:t>
            </a:r>
          </a:p>
          <a:p>
            <a:pPr algn="l">
              <a:buFont typeface="Arial" panose="020B0604020202020204" pitchFamily="34" charset="0"/>
              <a:buChar char="•"/>
            </a:pPr>
            <a:r>
              <a:rPr lang="en-GB" sz="2800" b="0" i="0" dirty="0">
                <a:solidFill>
                  <a:srgbClr val="374151"/>
                </a:solidFill>
                <a:effectLst/>
                <a:latin typeface="Söhne"/>
              </a:rPr>
              <a:t>Tolerance aims at making the system better able to sustain itself safely despite the error.</a:t>
            </a:r>
          </a:p>
          <a:p>
            <a:pPr algn="l"/>
            <a:r>
              <a:rPr lang="en-GB" sz="2800" b="0" i="0" dirty="0">
                <a:solidFill>
                  <a:srgbClr val="374151"/>
                </a:solidFill>
                <a:effectLst/>
                <a:latin typeface="Söhne"/>
              </a:rPr>
              <a:t>From a T.E.M standpoint, we should strive to ‘avoid’ errors whenever possible, develop strategies to ‘trap’ errors before they have adverse consequences, and lastly, we need to be able to use ‘mitigation’ strategies if an error has not been trapped and has resulted in some type of adverse consequence.</a:t>
            </a:r>
          </a:p>
          <a:p>
            <a:endParaRPr lang="en-GB" i="1" dirty="0"/>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2DAA77F-0A40-4AA2-9138-EF2803CFBB59}" type="slidenum">
              <a:rPr kumimoji="0" lang="en-GB" sz="1200" b="1" i="0" u="none" strike="noStrike" kern="1200" cap="none" spc="0" normalizeH="0" baseline="0" noProof="0" smtClean="0">
                <a:ln>
                  <a:noFill/>
                </a:ln>
                <a:solidFill>
                  <a:srgbClr val="0079C1"/>
                </a:solidFill>
                <a:effectLst/>
                <a:uLnTx/>
                <a:uFillTx/>
                <a:latin typeface="Arial" charset="0"/>
                <a:ea typeface="ＭＳ Ｐゴシック" pitchFamily="48"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GB" sz="1200" b="1" i="0" u="none" strike="noStrike" kern="1200" cap="none" spc="0" normalizeH="0" baseline="0" noProof="0" dirty="0">
              <a:ln>
                <a:noFill/>
              </a:ln>
              <a:solidFill>
                <a:srgbClr val="0079C1"/>
              </a:solidFill>
              <a:effectLst/>
              <a:uLnTx/>
              <a:uFillTx/>
              <a:latin typeface="Arial" charset="0"/>
              <a:ea typeface="ＭＳ Ｐゴシック" pitchFamily="48" charset="-128"/>
              <a:cs typeface="+mn-cs"/>
            </a:endParaRPr>
          </a:p>
        </p:txBody>
      </p:sp>
    </p:spTree>
    <p:extLst>
      <p:ext uri="{BB962C8B-B14F-4D97-AF65-F5344CB8AC3E}">
        <p14:creationId xmlns:p14="http://schemas.microsoft.com/office/powerpoint/2010/main" val="17777632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algn="l"/>
            <a:r>
              <a:rPr lang="en-GB" sz="2800" b="0" i="0" dirty="0">
                <a:solidFill>
                  <a:srgbClr val="374151"/>
                </a:solidFill>
                <a:effectLst/>
                <a:latin typeface="Söhne"/>
              </a:rPr>
              <a:t>Don Norman wrote, “If an error is possible, someone will make it. The designer must assume that all possible errors will occur and design so as to minimise the chance of the error.”</a:t>
            </a:r>
          </a:p>
          <a:p>
            <a:pPr algn="l"/>
            <a:r>
              <a:rPr lang="en-GB" sz="2800" b="0" i="0" dirty="0">
                <a:solidFill>
                  <a:srgbClr val="374151"/>
                </a:solidFill>
                <a:effectLst/>
                <a:latin typeface="Söhne"/>
              </a:rPr>
              <a:t>There are many examples in aviation of design for error reduction. A couple of examples are:</a:t>
            </a:r>
          </a:p>
          <a:p>
            <a:pPr algn="l">
              <a:buFont typeface="Arial" panose="020B0604020202020204" pitchFamily="34" charset="0"/>
              <a:buChar char="•"/>
            </a:pPr>
            <a:r>
              <a:rPr lang="en-GB" sz="2800" b="0" i="0" dirty="0">
                <a:solidFill>
                  <a:srgbClr val="374151"/>
                </a:solidFill>
                <a:effectLst/>
                <a:latin typeface="Söhne"/>
              </a:rPr>
              <a:t>Shaping the flap, spoiler, and landing gear levers to symbolise their functions reduces slips involving the use of the wrong lever.</a:t>
            </a:r>
          </a:p>
          <a:p>
            <a:pPr algn="l">
              <a:buFont typeface="Arial" panose="020B0604020202020204" pitchFamily="34" charset="0"/>
              <a:buChar char="•"/>
            </a:pPr>
            <a:r>
              <a:rPr lang="en-GB" sz="2800" b="0" i="0" dirty="0">
                <a:solidFill>
                  <a:srgbClr val="374151"/>
                </a:solidFill>
                <a:effectLst/>
                <a:latin typeface="Söhne"/>
              </a:rPr>
              <a:t>An air/ground sensor system prevents errors associated with raising the landing gear or deploying the thrust reversers.</a:t>
            </a:r>
          </a:p>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2DAA77F-0A40-4AA2-9138-EF2803CFBB59}" type="slidenum">
              <a:rPr kumimoji="0" lang="en-GB" sz="1200" b="1" i="0" u="none" strike="noStrike" kern="1200" cap="none" spc="0" normalizeH="0" baseline="0" noProof="0" smtClean="0">
                <a:ln>
                  <a:noFill/>
                </a:ln>
                <a:solidFill>
                  <a:srgbClr val="0079C1"/>
                </a:solidFill>
                <a:effectLst/>
                <a:uLnTx/>
                <a:uFillTx/>
                <a:latin typeface="Arial" charset="0"/>
                <a:ea typeface="ＭＳ Ｐゴシック" pitchFamily="48"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GB" sz="1200" b="1" i="0" u="none" strike="noStrike" kern="1200" cap="none" spc="0" normalizeH="0" baseline="0" noProof="0" dirty="0">
              <a:ln>
                <a:noFill/>
              </a:ln>
              <a:solidFill>
                <a:srgbClr val="0079C1"/>
              </a:solidFill>
              <a:effectLst/>
              <a:uLnTx/>
              <a:uFillTx/>
              <a:latin typeface="Arial" charset="0"/>
              <a:ea typeface="ＭＳ Ｐゴシック" pitchFamily="48" charset="-128"/>
              <a:cs typeface="+mn-cs"/>
            </a:endParaRPr>
          </a:p>
        </p:txBody>
      </p:sp>
    </p:spTree>
    <p:extLst>
      <p:ext uri="{BB962C8B-B14F-4D97-AF65-F5344CB8AC3E}">
        <p14:creationId xmlns:p14="http://schemas.microsoft.com/office/powerpoint/2010/main" val="29623692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GB" b="0" i="0" dirty="0">
                <a:solidFill>
                  <a:srgbClr val="374151"/>
                </a:solidFill>
                <a:effectLst/>
                <a:latin typeface="Söhne"/>
              </a:rPr>
              <a:t>When we hear of a person committing an error, we tend to attribute negative elements associated with making an error, such as stupidity, laziness, and carelessness, to that person. We often ask ourselves, “How could someone be so silly as to commit this particular error?”. Such attribution is an error in itself, since people do not intentionally commit errors. Instead, the circumstances surrounding the error, the background, training, culture, and many other factors provide the true explanation for why an error occurred.</a:t>
            </a:r>
            <a:endParaRPr lang="en-GB" i="0" dirty="0"/>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2DAA77F-0A40-4AA2-9138-EF2803CFBB59}" type="slidenum">
              <a:rPr kumimoji="0" lang="en-GB" sz="1200" b="1" i="0" u="none" strike="noStrike" kern="1200" cap="none" spc="0" normalizeH="0" baseline="0" noProof="0" smtClean="0">
                <a:ln>
                  <a:noFill/>
                </a:ln>
                <a:solidFill>
                  <a:srgbClr val="0079C1"/>
                </a:solidFill>
                <a:effectLst/>
                <a:uLnTx/>
                <a:uFillTx/>
                <a:latin typeface="Arial" charset="0"/>
                <a:ea typeface="ＭＳ Ｐゴシック" pitchFamily="48"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GB" sz="1200" b="1" i="0" u="none" strike="noStrike" kern="1200" cap="none" spc="0" normalizeH="0" baseline="0" noProof="0" dirty="0">
              <a:ln>
                <a:noFill/>
              </a:ln>
              <a:solidFill>
                <a:srgbClr val="0079C1"/>
              </a:solidFill>
              <a:effectLst/>
              <a:uLnTx/>
              <a:uFillTx/>
              <a:latin typeface="Arial" charset="0"/>
              <a:ea typeface="ＭＳ Ｐゴシック" pitchFamily="48" charset="-128"/>
              <a:cs typeface="+mn-cs"/>
            </a:endParaRPr>
          </a:p>
        </p:txBody>
      </p:sp>
    </p:spTree>
    <p:extLst>
      <p:ext uri="{BB962C8B-B14F-4D97-AF65-F5344CB8AC3E}">
        <p14:creationId xmlns:p14="http://schemas.microsoft.com/office/powerpoint/2010/main" val="24405826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rtl="0" fontAlgn="base"/>
            <a:r>
              <a:rPr lang="en-GB">
                <a:solidFill>
                  <a:srgbClr val="000000"/>
                </a:solidFill>
                <a:effectLst/>
                <a:latin typeface="Calibri" panose="020F0502020204030204" pitchFamily="34" charset="0"/>
                <a:sym typeface=""/>
              </a:rPr>
              <a:t>What are the factors that may affect our reliability to perform safely?</a:t>
            </a:r>
          </a:p>
          <a:p>
            <a:pPr rtl="0" fontAlgn="base"/>
            <a:endParaRPr lang="en-GB">
              <a:solidFill>
                <a:srgbClr val="000000"/>
              </a:solidFill>
              <a:effectLst/>
              <a:latin typeface="Calibri" panose="020F0502020204030204" pitchFamily="34" charset="0"/>
              <a:sym typeface=""/>
            </a:endParaRPr>
          </a:p>
          <a:p>
            <a:pPr rtl="0" fontAlgn="base"/>
            <a:r>
              <a:rPr lang="en-GB">
                <a:solidFill>
                  <a:srgbClr val="000000"/>
                </a:solidFill>
                <a:effectLst/>
                <a:latin typeface="Calibri" panose="020F0502020204030204" pitchFamily="34" charset="0"/>
                <a:sym typeface=""/>
              </a:rPr>
              <a:t>...Age, – the older we get, the less reliable our memory is, our hearing and sight may be less acute, and it becomes more difficult to learn new skills and take in new information.</a:t>
            </a:r>
          </a:p>
          <a:p>
            <a:pPr rtl="0" fontAlgn="base"/>
            <a:endParaRPr lang="en-GB">
              <a:solidFill>
                <a:srgbClr val="000000"/>
              </a:solidFill>
              <a:effectLst/>
              <a:latin typeface="Calibri" panose="020F0502020204030204" pitchFamily="34" charset="0"/>
              <a:sym typeface=""/>
            </a:endParaRPr>
          </a:p>
          <a:p>
            <a:pPr rtl="0" fontAlgn="base"/>
            <a:r>
              <a:rPr lang="en-GB">
                <a:solidFill>
                  <a:srgbClr val="000000"/>
                </a:solidFill>
                <a:effectLst/>
                <a:latin typeface="Calibri" panose="020F0502020204030204" pitchFamily="34" charset="0"/>
                <a:sym typeface=""/>
              </a:rPr>
              <a:t>...State of mind, – a negative state of mind can create a bias that ‘everything is bad’ and it becomes more difficult to visualise a positive outcome to a situation.</a:t>
            </a:r>
          </a:p>
          <a:p>
            <a:pPr rtl="0" fontAlgn="base"/>
            <a:endParaRPr lang="en-GB">
              <a:solidFill>
                <a:srgbClr val="000000"/>
              </a:solidFill>
              <a:effectLst/>
              <a:latin typeface="Calibri" panose="020F0502020204030204" pitchFamily="34" charset="0"/>
              <a:sym typeface=""/>
            </a:endParaRPr>
          </a:p>
          <a:p>
            <a:pPr rtl="0" fontAlgn="base"/>
            <a:r>
              <a:rPr lang="en-GB">
                <a:solidFill>
                  <a:srgbClr val="000000"/>
                </a:solidFill>
                <a:effectLst/>
                <a:latin typeface="Calibri" panose="020F0502020204030204" pitchFamily="34" charset="0"/>
                <a:sym typeface=""/>
              </a:rPr>
              <a:t>...Physical health, – physical health might prevent or restrict us from doing our jobs properly, and in turn can influence our state of mind.</a:t>
            </a:r>
          </a:p>
          <a:p>
            <a:pPr rtl="0" fontAlgn="base"/>
            <a:endParaRPr lang="en-GB">
              <a:solidFill>
                <a:srgbClr val="000000"/>
              </a:solidFill>
              <a:effectLst/>
              <a:latin typeface="Calibri" panose="020F0502020204030204" pitchFamily="34" charset="0"/>
              <a:sym typeface=""/>
            </a:endParaRPr>
          </a:p>
          <a:p>
            <a:pPr rtl="0" fontAlgn="base"/>
            <a:r>
              <a:rPr lang="en-GB">
                <a:solidFill>
                  <a:srgbClr val="000000"/>
                </a:solidFill>
                <a:effectLst/>
                <a:latin typeface="Calibri" panose="020F0502020204030204" pitchFamily="34" charset="0"/>
                <a:sym typeface=""/>
              </a:rPr>
              <a:t>...Attitude, – a person’s attitude can change throughout their career. When new to a role very often people are keen and willing to learn. This attitude can change as we get older and established in our job roles. People can become resistant to change. Organisational culture can also influence a person’s attitude.</a:t>
            </a:r>
          </a:p>
          <a:p>
            <a:pPr rtl="0" fontAlgn="base"/>
            <a:endParaRPr lang="en-GB">
              <a:solidFill>
                <a:srgbClr val="000000"/>
              </a:solidFill>
              <a:effectLst/>
              <a:latin typeface="Calibri" panose="020F0502020204030204" pitchFamily="34" charset="0"/>
              <a:sym typeface=""/>
            </a:endParaRPr>
          </a:p>
          <a:p>
            <a:pPr rtl="0" fontAlgn="base"/>
            <a:r>
              <a:rPr lang="en-GB">
                <a:solidFill>
                  <a:srgbClr val="000000"/>
                </a:solidFill>
                <a:effectLst/>
                <a:latin typeface="Calibri" panose="020F0502020204030204" pitchFamily="34" charset="0"/>
                <a:sym typeface=""/>
              </a:rPr>
              <a:t>...Emotions, – emotions can be triggered by outside influences or internal influences. People might find it difficult to return to work after an incident investigation or a family bereavement. Emotions can be triggered by job security worries or financial issues.</a:t>
            </a:r>
          </a:p>
          <a:p>
            <a:pPr rtl="0" fontAlgn="base"/>
            <a:endParaRPr lang="en-GB">
              <a:solidFill>
                <a:srgbClr val="000000"/>
              </a:solidFill>
              <a:effectLst/>
              <a:latin typeface="Calibri" panose="020F0502020204030204" pitchFamily="34" charset="0"/>
              <a:sym typeface=""/>
            </a:endParaRPr>
          </a:p>
          <a:p>
            <a:pPr rtl="0" fontAlgn="base"/>
            <a:r>
              <a:rPr lang="en-GB">
                <a:solidFill>
                  <a:srgbClr val="000000"/>
                </a:solidFill>
                <a:effectLst/>
                <a:latin typeface="Calibri" panose="020F0502020204030204" pitchFamily="34" charset="0"/>
                <a:sym typeface=""/>
              </a:rPr>
              <a:t>...Cognitive biases, - cognitive bias refers to systematic patterns of thinking or judgment that deviate from rational and objective reasoning. It involves the tendency of the human mind to make errors in perception, memory, and decision-making, due to various psychological factors. These biases can influence our interpretation of information, affect our judgements, and impact our decision-making processes. Common cognitive biases include anchoring bias, confirmation bias, hindsight bias, and continuation bias.</a:t>
            </a:r>
            <a:endParaRPr lang="en-GB" dirty="0">
              <a:solidFill>
                <a:srgbClr val="000000"/>
              </a:solidFill>
              <a:effectLst/>
              <a:latin typeface="Calibri" panose="020F0502020204030204" pitchFamily="34" charset="0"/>
              <a:sym typeface=""/>
            </a:endParaRPr>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2DAA77F-0A40-4AA2-9138-EF2803CFBB59}" type="slidenum">
              <a:rPr kumimoji="0" lang="en-GB" sz="1200" b="1" i="0" u="none" strike="noStrike" kern="1200" cap="none" spc="0" normalizeH="0" baseline="0" noProof="0" smtClean="0">
                <a:ln>
                  <a:noFill/>
                </a:ln>
                <a:solidFill>
                  <a:srgbClr val="0079C1"/>
                </a:solidFill>
                <a:effectLst/>
                <a:uLnTx/>
                <a:uFillTx/>
                <a:latin typeface="Arial" charset="0"/>
                <a:ea typeface="ＭＳ Ｐゴシック" pitchFamily="48"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GB" sz="1200" b="1" i="0" u="none" strike="noStrike" kern="1200" cap="none" spc="0" normalizeH="0" baseline="0" noProof="0" dirty="0">
              <a:ln>
                <a:noFill/>
              </a:ln>
              <a:solidFill>
                <a:srgbClr val="0079C1"/>
              </a:solidFill>
              <a:effectLst/>
              <a:uLnTx/>
              <a:uFillTx/>
              <a:latin typeface="Arial" charset="0"/>
              <a:ea typeface="ＭＳ Ｐゴシック" pitchFamily="48" charset="-128"/>
              <a:cs typeface="+mn-cs"/>
            </a:endParaRPr>
          </a:p>
        </p:txBody>
      </p:sp>
    </p:spTree>
    <p:extLst>
      <p:ext uri="{BB962C8B-B14F-4D97-AF65-F5344CB8AC3E}">
        <p14:creationId xmlns:p14="http://schemas.microsoft.com/office/powerpoint/2010/main" val="29286912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t>Here are some factors that may improve reliability:</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GB" dirty="0"/>
              <a:t>Experience.</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GB" dirty="0"/>
              <a:t>Focused attention.</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GB" dirty="0"/>
              <a:t>Good physical and mental health.</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GB" dirty="0"/>
              <a:t>The ability to keep emotions in check.</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GB" dirty="0"/>
              <a:t>A positive attitude. </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GB" dirty="0"/>
              <a:t>Training and reporting, and</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GB" dirty="0"/>
              <a:t>Awareness of cognitive biases.</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endParaRPr lang="en-GB" dirty="0"/>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GB" dirty="0"/>
              <a:t>A point that could be drawn from these two slides is that human performance is constantly variable. From day-to-day and from person-to-person. Ideally, the system will be designed to tolerate the normal range of variations in human performance. </a:t>
            </a:r>
          </a:p>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2DAA77F-0A40-4AA2-9138-EF2803CFBB59}" type="slidenum">
              <a:rPr kumimoji="0" lang="en-GB" sz="1200" b="1" i="0" u="none" strike="noStrike" kern="1200" cap="none" spc="0" normalizeH="0" baseline="0" noProof="0" smtClean="0">
                <a:ln>
                  <a:noFill/>
                </a:ln>
                <a:solidFill>
                  <a:srgbClr val="0079C1"/>
                </a:solidFill>
                <a:effectLst/>
                <a:uLnTx/>
                <a:uFillTx/>
                <a:latin typeface="Arial" charset="0"/>
                <a:ea typeface="ＭＳ Ｐゴシック" pitchFamily="48"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GB" sz="1200" b="1" i="0" u="none" strike="noStrike" kern="1200" cap="none" spc="0" normalizeH="0" baseline="0" noProof="0" dirty="0">
              <a:ln>
                <a:noFill/>
              </a:ln>
              <a:solidFill>
                <a:srgbClr val="0079C1"/>
              </a:solidFill>
              <a:effectLst/>
              <a:uLnTx/>
              <a:uFillTx/>
              <a:latin typeface="Arial" charset="0"/>
              <a:ea typeface="ＭＳ Ｐゴシック" pitchFamily="48" charset="-128"/>
              <a:cs typeface="+mn-cs"/>
            </a:endParaRPr>
          </a:p>
        </p:txBody>
      </p:sp>
    </p:spTree>
    <p:extLst>
      <p:ext uri="{BB962C8B-B14F-4D97-AF65-F5344CB8AC3E}">
        <p14:creationId xmlns:p14="http://schemas.microsoft.com/office/powerpoint/2010/main" val="37346553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sz="2800" b="0" i="0" dirty="0">
                <a:solidFill>
                  <a:srgbClr val="374151"/>
                </a:solidFill>
                <a:effectLst/>
                <a:latin typeface="Söhne"/>
              </a:rPr>
              <a:t>The issue is not how we define human error, or even who is to blame, but rather how to prevent errors. It is essential to flight safety that we maintain a proper focus on how to recognise and interrupt the hazardous sequence of events that precedes a mishap. Threats require crew attention and management if safety margins are to be maintained. Threats can be countered, and errors managed by the defences provided by C.R.M. </a:t>
            </a:r>
            <a:r>
              <a:rPr lang="en-GB" sz="2800" b="0" i="0">
                <a:solidFill>
                  <a:srgbClr val="374151"/>
                </a:solidFill>
                <a:effectLst/>
                <a:latin typeface="Söhne"/>
              </a:rPr>
              <a:t>skills.</a:t>
            </a:r>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2DAA77F-0A40-4AA2-9138-EF2803CFBB59}" type="slidenum">
              <a:rPr kumimoji="0" lang="en-GB" sz="1200" b="1" i="0" u="none" strike="noStrike" kern="1200" cap="none" spc="0" normalizeH="0" baseline="0" noProof="0" smtClean="0">
                <a:ln>
                  <a:noFill/>
                </a:ln>
                <a:solidFill>
                  <a:srgbClr val="0079C1"/>
                </a:solidFill>
                <a:effectLst/>
                <a:uLnTx/>
                <a:uFillTx/>
                <a:latin typeface="Arial" charset="0"/>
                <a:ea typeface="ＭＳ Ｐゴシック" pitchFamily="48"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GB" sz="1200" b="1" i="0" u="none" strike="noStrike" kern="1200" cap="none" spc="0" normalizeH="0" baseline="0" noProof="0" dirty="0">
              <a:ln>
                <a:noFill/>
              </a:ln>
              <a:solidFill>
                <a:srgbClr val="0079C1"/>
              </a:solidFill>
              <a:effectLst/>
              <a:uLnTx/>
              <a:uFillTx/>
              <a:latin typeface="Arial" charset="0"/>
              <a:ea typeface="ＭＳ Ｐゴシック" pitchFamily="48" charset="-128"/>
              <a:cs typeface="+mn-cs"/>
            </a:endParaRPr>
          </a:p>
        </p:txBody>
      </p:sp>
    </p:spTree>
    <p:extLst>
      <p:ext uri="{BB962C8B-B14F-4D97-AF65-F5344CB8AC3E}">
        <p14:creationId xmlns:p14="http://schemas.microsoft.com/office/powerpoint/2010/main" val="10599381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t>Please now complete the end of module quiz which can be found on the Learning Management System.</a:t>
            </a:r>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2DAA77F-0A40-4AA2-9138-EF2803CFBB59}" type="slidenum">
              <a:rPr kumimoji="0" lang="en-GB" sz="1200" b="1" i="0" u="none" strike="noStrike" kern="1200" cap="none" spc="0" normalizeH="0" baseline="0" noProof="0" smtClean="0">
                <a:ln>
                  <a:noFill/>
                </a:ln>
                <a:solidFill>
                  <a:srgbClr val="0079C1"/>
                </a:solidFill>
                <a:effectLst/>
                <a:uLnTx/>
                <a:uFillTx/>
                <a:latin typeface="Arial" charset="0"/>
                <a:ea typeface="ＭＳ Ｐゴシック" pitchFamily="48"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GB" sz="1200" b="1" i="0" u="none" strike="noStrike" kern="1200" cap="none" spc="0" normalizeH="0" baseline="0" noProof="0" dirty="0">
              <a:ln>
                <a:noFill/>
              </a:ln>
              <a:solidFill>
                <a:srgbClr val="0079C1"/>
              </a:solidFill>
              <a:effectLst/>
              <a:uLnTx/>
              <a:uFillTx/>
              <a:latin typeface="Arial" charset="0"/>
              <a:ea typeface="ＭＳ Ｐゴシック" pitchFamily="48" charset="-128"/>
              <a:cs typeface="+mn-cs"/>
            </a:endParaRPr>
          </a:p>
        </p:txBody>
      </p:sp>
    </p:spTree>
    <p:extLst>
      <p:ext uri="{BB962C8B-B14F-4D97-AF65-F5344CB8AC3E}">
        <p14:creationId xmlns:p14="http://schemas.microsoft.com/office/powerpoint/2010/main" val="70450473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Master" Target="../slideMasters/slideMaster1.xml"/><Relationship Id="rId5" Type="http://schemas.openxmlformats.org/officeDocument/2006/relationships/image" Target="../media/image7.jpg"/><Relationship Id="rId4" Type="http://schemas.openxmlformats.org/officeDocument/2006/relationships/image" Target="../media/image6.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BF52E26-B9E6-020B-8770-5D5B390BCC92}"/>
              </a:ext>
            </a:extLst>
          </p:cNvPr>
          <p:cNvSpPr/>
          <p:nvPr userDrawn="1"/>
        </p:nvSpPr>
        <p:spPr>
          <a:xfrm>
            <a:off x="3684320" y="0"/>
            <a:ext cx="997528" cy="6858001"/>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aseline="-25000" dirty="0"/>
          </a:p>
        </p:txBody>
      </p:sp>
      <p:sp>
        <p:nvSpPr>
          <p:cNvPr id="2" name="Title 1">
            <a:extLst>
              <a:ext uri="{FF2B5EF4-FFF2-40B4-BE49-F238E27FC236}">
                <a16:creationId xmlns:a16="http://schemas.microsoft.com/office/drawing/2014/main" id="{58423E64-1D15-02CB-26D2-8EDE29328EC9}"/>
              </a:ext>
            </a:extLst>
          </p:cNvPr>
          <p:cNvSpPr>
            <a:spLocks noGrp="1"/>
          </p:cNvSpPr>
          <p:nvPr>
            <p:ph type="ctrTitle" hasCustomPrompt="1"/>
          </p:nvPr>
        </p:nvSpPr>
        <p:spPr>
          <a:xfrm>
            <a:off x="5857102" y="1122363"/>
            <a:ext cx="5740401" cy="2387600"/>
          </a:xfrm>
        </p:spPr>
        <p:txBody>
          <a:bodyPr anchor="b">
            <a:normAutofit/>
          </a:bodyPr>
          <a:lstStyle>
            <a:lvl1pPr algn="l">
              <a:defRPr sz="3200">
                <a:solidFill>
                  <a:schemeClr val="tx1"/>
                </a:solidFill>
                <a:latin typeface="Roboto Condensed Medium" panose="020F0502020204030204" pitchFamily="2" charset="0"/>
                <a:ea typeface="Roboto Condensed Medium" panose="020F0502020204030204" pitchFamily="2" charset="0"/>
                <a:cs typeface="Roboto Condensed Medium" panose="020F0502020204030204" pitchFamily="2" charset="0"/>
              </a:defRPr>
            </a:lvl1pPr>
          </a:lstStyle>
          <a:p>
            <a:r>
              <a:rPr lang="en-US" dirty="0"/>
              <a:t>Course Title</a:t>
            </a:r>
            <a:endParaRPr lang="en-GB" dirty="0"/>
          </a:p>
        </p:txBody>
      </p:sp>
      <p:sp>
        <p:nvSpPr>
          <p:cNvPr id="3" name="Subtitle 2">
            <a:extLst>
              <a:ext uri="{FF2B5EF4-FFF2-40B4-BE49-F238E27FC236}">
                <a16:creationId xmlns:a16="http://schemas.microsoft.com/office/drawing/2014/main" id="{B75D8B60-74BD-DD87-E293-C2ECA16B2C72}"/>
              </a:ext>
            </a:extLst>
          </p:cNvPr>
          <p:cNvSpPr>
            <a:spLocks noGrp="1"/>
          </p:cNvSpPr>
          <p:nvPr>
            <p:ph type="subTitle" idx="1" hasCustomPrompt="1"/>
          </p:nvPr>
        </p:nvSpPr>
        <p:spPr>
          <a:xfrm>
            <a:off x="5855805" y="3803904"/>
            <a:ext cx="5740401" cy="337548"/>
          </a:xfrm>
          <a:solidFill>
            <a:schemeClr val="bg1"/>
          </a:solidFill>
        </p:spPr>
        <p:txBody>
          <a:bodyPr>
            <a:normAutofit/>
          </a:bodyPr>
          <a:lstStyle>
            <a:lvl1pPr marL="0" indent="0" algn="l">
              <a:buNone/>
              <a:defRPr sz="1800">
                <a:solidFill>
                  <a:schemeClr val="tx2"/>
                </a:solidFill>
                <a:latin typeface="Roboto" panose="02000000000000000000" pitchFamily="2" charset="0"/>
                <a:ea typeface="Roboto" panose="02000000000000000000" pitchFamily="2" charset="0"/>
                <a:cs typeface="Roboto Condensed Medium" panose="020000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Module No</a:t>
            </a:r>
            <a:endParaRPr lang="en-GB" dirty="0"/>
          </a:p>
        </p:txBody>
      </p:sp>
      <p:sp>
        <p:nvSpPr>
          <p:cNvPr id="4" name="Date Placeholder 3">
            <a:extLst>
              <a:ext uri="{FF2B5EF4-FFF2-40B4-BE49-F238E27FC236}">
                <a16:creationId xmlns:a16="http://schemas.microsoft.com/office/drawing/2014/main" id="{A953422B-FD46-D7C4-AB22-82AC58EC58E8}"/>
              </a:ext>
            </a:extLst>
          </p:cNvPr>
          <p:cNvSpPr>
            <a:spLocks noGrp="1"/>
          </p:cNvSpPr>
          <p:nvPr>
            <p:ph type="dt" sz="half" idx="10"/>
          </p:nvPr>
        </p:nvSpPr>
        <p:spPr/>
        <p:txBody>
          <a:bodyPr/>
          <a:lstStyle/>
          <a:p>
            <a:fld id="{2E15449A-E018-43C0-BB8E-C2F2F76F33E2}" type="datetimeFigureOut">
              <a:rPr lang="en-GB" smtClean="0"/>
              <a:t>01/09/2025</a:t>
            </a:fld>
            <a:endParaRPr lang="en-GB"/>
          </a:p>
        </p:txBody>
      </p:sp>
      <p:sp>
        <p:nvSpPr>
          <p:cNvPr id="5" name="Footer Placeholder 4">
            <a:extLst>
              <a:ext uri="{FF2B5EF4-FFF2-40B4-BE49-F238E27FC236}">
                <a16:creationId xmlns:a16="http://schemas.microsoft.com/office/drawing/2014/main" id="{38AE2CF1-5DE3-5175-2853-CAE921A1C03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9F9CA70-936D-7456-ACA5-D0E48B0F30B3}"/>
              </a:ext>
            </a:extLst>
          </p:cNvPr>
          <p:cNvSpPr>
            <a:spLocks noGrp="1"/>
          </p:cNvSpPr>
          <p:nvPr>
            <p:ph type="sldNum" sz="quarter" idx="12"/>
          </p:nvPr>
        </p:nvSpPr>
        <p:spPr/>
        <p:txBody>
          <a:bodyPr/>
          <a:lstStyle/>
          <a:p>
            <a:fld id="{7AEFCDAC-3870-41D0-8B1E-62562FC6B346}" type="slidenum">
              <a:rPr lang="en-GB" smtClean="0"/>
              <a:t>‹#›</a:t>
            </a:fld>
            <a:endParaRPr lang="en-GB"/>
          </a:p>
        </p:txBody>
      </p:sp>
      <p:sp>
        <p:nvSpPr>
          <p:cNvPr id="8" name="Speech Bubble: Rectangle 7">
            <a:extLst>
              <a:ext uri="{FF2B5EF4-FFF2-40B4-BE49-F238E27FC236}">
                <a16:creationId xmlns:a16="http://schemas.microsoft.com/office/drawing/2014/main" id="{7ACFDD87-9406-012D-4CBC-DCA6A1485FD4}"/>
              </a:ext>
            </a:extLst>
          </p:cNvPr>
          <p:cNvSpPr>
            <a:spLocks noChangeAspect="1"/>
          </p:cNvSpPr>
          <p:nvPr userDrawn="1"/>
        </p:nvSpPr>
        <p:spPr>
          <a:xfrm rot="5400000" flipV="1">
            <a:off x="-1065246" y="983236"/>
            <a:ext cx="7022591" cy="4873241"/>
          </a:xfrm>
          <a:custGeom>
            <a:avLst/>
            <a:gdLst>
              <a:gd name="connsiteX0" fmla="*/ 0 w 6858000"/>
              <a:gd name="connsiteY0" fmla="*/ 0 h 4371424"/>
              <a:gd name="connsiteX1" fmla="*/ 1143000 w 6858000"/>
              <a:gd name="connsiteY1" fmla="*/ 0 h 4371424"/>
              <a:gd name="connsiteX2" fmla="*/ 1143000 w 6858000"/>
              <a:gd name="connsiteY2" fmla="*/ 0 h 4371424"/>
              <a:gd name="connsiteX3" fmla="*/ 2857500 w 6858000"/>
              <a:gd name="connsiteY3" fmla="*/ 0 h 4371424"/>
              <a:gd name="connsiteX4" fmla="*/ 6858000 w 6858000"/>
              <a:gd name="connsiteY4" fmla="*/ 0 h 4371424"/>
              <a:gd name="connsiteX5" fmla="*/ 6858000 w 6858000"/>
              <a:gd name="connsiteY5" fmla="*/ 2549997 h 4371424"/>
              <a:gd name="connsiteX6" fmla="*/ 6858000 w 6858000"/>
              <a:gd name="connsiteY6" fmla="*/ 2549997 h 4371424"/>
              <a:gd name="connsiteX7" fmla="*/ 6858000 w 6858000"/>
              <a:gd name="connsiteY7" fmla="*/ 3642853 h 4371424"/>
              <a:gd name="connsiteX8" fmla="*/ 6858000 w 6858000"/>
              <a:gd name="connsiteY8" fmla="*/ 4371424 h 4371424"/>
              <a:gd name="connsiteX9" fmla="*/ 2857500 w 6858000"/>
              <a:gd name="connsiteY9" fmla="*/ 4371424 h 4371424"/>
              <a:gd name="connsiteX10" fmla="*/ 2000273 w 6858000"/>
              <a:gd name="connsiteY10" fmla="*/ 4917852 h 4371424"/>
              <a:gd name="connsiteX11" fmla="*/ 1143000 w 6858000"/>
              <a:gd name="connsiteY11" fmla="*/ 4371424 h 4371424"/>
              <a:gd name="connsiteX12" fmla="*/ 0 w 6858000"/>
              <a:gd name="connsiteY12" fmla="*/ 4371424 h 4371424"/>
              <a:gd name="connsiteX13" fmla="*/ 0 w 6858000"/>
              <a:gd name="connsiteY13" fmla="*/ 3642853 h 4371424"/>
              <a:gd name="connsiteX14" fmla="*/ 0 w 6858000"/>
              <a:gd name="connsiteY14" fmla="*/ 2549997 h 4371424"/>
              <a:gd name="connsiteX15" fmla="*/ 0 w 6858000"/>
              <a:gd name="connsiteY15" fmla="*/ 2549997 h 4371424"/>
              <a:gd name="connsiteX16" fmla="*/ 0 w 6858000"/>
              <a:gd name="connsiteY16" fmla="*/ 0 h 4371424"/>
              <a:gd name="connsiteX0" fmla="*/ 0 w 6858000"/>
              <a:gd name="connsiteY0" fmla="*/ 0 h 5028689"/>
              <a:gd name="connsiteX1" fmla="*/ 1143000 w 6858000"/>
              <a:gd name="connsiteY1" fmla="*/ 0 h 5028689"/>
              <a:gd name="connsiteX2" fmla="*/ 1143000 w 6858000"/>
              <a:gd name="connsiteY2" fmla="*/ 0 h 5028689"/>
              <a:gd name="connsiteX3" fmla="*/ 2857500 w 6858000"/>
              <a:gd name="connsiteY3" fmla="*/ 0 h 5028689"/>
              <a:gd name="connsiteX4" fmla="*/ 6858000 w 6858000"/>
              <a:gd name="connsiteY4" fmla="*/ 0 h 5028689"/>
              <a:gd name="connsiteX5" fmla="*/ 6858000 w 6858000"/>
              <a:gd name="connsiteY5" fmla="*/ 2549997 h 5028689"/>
              <a:gd name="connsiteX6" fmla="*/ 6858000 w 6858000"/>
              <a:gd name="connsiteY6" fmla="*/ 2549997 h 5028689"/>
              <a:gd name="connsiteX7" fmla="*/ 6858000 w 6858000"/>
              <a:gd name="connsiteY7" fmla="*/ 3642853 h 5028689"/>
              <a:gd name="connsiteX8" fmla="*/ 6858000 w 6858000"/>
              <a:gd name="connsiteY8" fmla="*/ 4371424 h 5028689"/>
              <a:gd name="connsiteX9" fmla="*/ 2857500 w 6858000"/>
              <a:gd name="connsiteY9" fmla="*/ 4371424 h 5028689"/>
              <a:gd name="connsiteX10" fmla="*/ 1972564 w 6858000"/>
              <a:gd name="connsiteY10" fmla="*/ 5028689 h 5028689"/>
              <a:gd name="connsiteX11" fmla="*/ 1143000 w 6858000"/>
              <a:gd name="connsiteY11" fmla="*/ 4371424 h 5028689"/>
              <a:gd name="connsiteX12" fmla="*/ 0 w 6858000"/>
              <a:gd name="connsiteY12" fmla="*/ 4371424 h 5028689"/>
              <a:gd name="connsiteX13" fmla="*/ 0 w 6858000"/>
              <a:gd name="connsiteY13" fmla="*/ 3642853 h 5028689"/>
              <a:gd name="connsiteX14" fmla="*/ 0 w 6858000"/>
              <a:gd name="connsiteY14" fmla="*/ 2549997 h 5028689"/>
              <a:gd name="connsiteX15" fmla="*/ 0 w 6858000"/>
              <a:gd name="connsiteY15" fmla="*/ 2549997 h 5028689"/>
              <a:gd name="connsiteX16" fmla="*/ 0 w 6858000"/>
              <a:gd name="connsiteY16" fmla="*/ 0 h 5028689"/>
              <a:gd name="connsiteX0" fmla="*/ 0 w 6858000"/>
              <a:gd name="connsiteY0" fmla="*/ 0 h 5028689"/>
              <a:gd name="connsiteX1" fmla="*/ 1143000 w 6858000"/>
              <a:gd name="connsiteY1" fmla="*/ 0 h 5028689"/>
              <a:gd name="connsiteX2" fmla="*/ 1143000 w 6858000"/>
              <a:gd name="connsiteY2" fmla="*/ 0 h 5028689"/>
              <a:gd name="connsiteX3" fmla="*/ 2857500 w 6858000"/>
              <a:gd name="connsiteY3" fmla="*/ 0 h 5028689"/>
              <a:gd name="connsiteX4" fmla="*/ 6858000 w 6858000"/>
              <a:gd name="connsiteY4" fmla="*/ 0 h 5028689"/>
              <a:gd name="connsiteX5" fmla="*/ 6858000 w 6858000"/>
              <a:gd name="connsiteY5" fmla="*/ 2549997 h 5028689"/>
              <a:gd name="connsiteX6" fmla="*/ 6858000 w 6858000"/>
              <a:gd name="connsiteY6" fmla="*/ 2549997 h 5028689"/>
              <a:gd name="connsiteX7" fmla="*/ 6858000 w 6858000"/>
              <a:gd name="connsiteY7" fmla="*/ 3642853 h 5028689"/>
              <a:gd name="connsiteX8" fmla="*/ 6858000 w 6858000"/>
              <a:gd name="connsiteY8" fmla="*/ 4371424 h 5028689"/>
              <a:gd name="connsiteX9" fmla="*/ 2857500 w 6858000"/>
              <a:gd name="connsiteY9" fmla="*/ 4371424 h 5028689"/>
              <a:gd name="connsiteX10" fmla="*/ 1972564 w 6858000"/>
              <a:gd name="connsiteY10" fmla="*/ 5028689 h 5028689"/>
              <a:gd name="connsiteX11" fmla="*/ 1653639 w 6858000"/>
              <a:gd name="connsiteY11" fmla="*/ 4363510 h 5028689"/>
              <a:gd name="connsiteX12" fmla="*/ 0 w 6858000"/>
              <a:gd name="connsiteY12" fmla="*/ 4371424 h 5028689"/>
              <a:gd name="connsiteX13" fmla="*/ 0 w 6858000"/>
              <a:gd name="connsiteY13" fmla="*/ 3642853 h 5028689"/>
              <a:gd name="connsiteX14" fmla="*/ 0 w 6858000"/>
              <a:gd name="connsiteY14" fmla="*/ 2549997 h 5028689"/>
              <a:gd name="connsiteX15" fmla="*/ 0 w 6858000"/>
              <a:gd name="connsiteY15" fmla="*/ 2549997 h 5028689"/>
              <a:gd name="connsiteX16" fmla="*/ 0 w 6858000"/>
              <a:gd name="connsiteY16" fmla="*/ 0 h 5028689"/>
              <a:gd name="connsiteX0" fmla="*/ 0 w 6858000"/>
              <a:gd name="connsiteY0" fmla="*/ 0 h 5028689"/>
              <a:gd name="connsiteX1" fmla="*/ 1143000 w 6858000"/>
              <a:gd name="connsiteY1" fmla="*/ 0 h 5028689"/>
              <a:gd name="connsiteX2" fmla="*/ 1143000 w 6858000"/>
              <a:gd name="connsiteY2" fmla="*/ 0 h 5028689"/>
              <a:gd name="connsiteX3" fmla="*/ 2857500 w 6858000"/>
              <a:gd name="connsiteY3" fmla="*/ 0 h 5028689"/>
              <a:gd name="connsiteX4" fmla="*/ 6858000 w 6858000"/>
              <a:gd name="connsiteY4" fmla="*/ 0 h 5028689"/>
              <a:gd name="connsiteX5" fmla="*/ 6858000 w 6858000"/>
              <a:gd name="connsiteY5" fmla="*/ 2549997 h 5028689"/>
              <a:gd name="connsiteX6" fmla="*/ 6858000 w 6858000"/>
              <a:gd name="connsiteY6" fmla="*/ 2549997 h 5028689"/>
              <a:gd name="connsiteX7" fmla="*/ 6858000 w 6858000"/>
              <a:gd name="connsiteY7" fmla="*/ 3642853 h 5028689"/>
              <a:gd name="connsiteX8" fmla="*/ 6858000 w 6858000"/>
              <a:gd name="connsiteY8" fmla="*/ 4371424 h 5028689"/>
              <a:gd name="connsiteX9" fmla="*/ 2398321 w 6858000"/>
              <a:gd name="connsiteY9" fmla="*/ 4383303 h 5028689"/>
              <a:gd name="connsiteX10" fmla="*/ 1972564 w 6858000"/>
              <a:gd name="connsiteY10" fmla="*/ 5028689 h 5028689"/>
              <a:gd name="connsiteX11" fmla="*/ 1653639 w 6858000"/>
              <a:gd name="connsiteY11" fmla="*/ 4363510 h 5028689"/>
              <a:gd name="connsiteX12" fmla="*/ 0 w 6858000"/>
              <a:gd name="connsiteY12" fmla="*/ 4371424 h 5028689"/>
              <a:gd name="connsiteX13" fmla="*/ 0 w 6858000"/>
              <a:gd name="connsiteY13" fmla="*/ 3642853 h 5028689"/>
              <a:gd name="connsiteX14" fmla="*/ 0 w 6858000"/>
              <a:gd name="connsiteY14" fmla="*/ 2549997 h 5028689"/>
              <a:gd name="connsiteX15" fmla="*/ 0 w 6858000"/>
              <a:gd name="connsiteY15" fmla="*/ 2549997 h 5028689"/>
              <a:gd name="connsiteX16" fmla="*/ 0 w 6858000"/>
              <a:gd name="connsiteY16" fmla="*/ 0 h 5028689"/>
              <a:gd name="connsiteX0" fmla="*/ 0 w 6858000"/>
              <a:gd name="connsiteY0" fmla="*/ 0 h 5028689"/>
              <a:gd name="connsiteX1" fmla="*/ 1143000 w 6858000"/>
              <a:gd name="connsiteY1" fmla="*/ 0 h 5028689"/>
              <a:gd name="connsiteX2" fmla="*/ 1143000 w 6858000"/>
              <a:gd name="connsiteY2" fmla="*/ 0 h 5028689"/>
              <a:gd name="connsiteX3" fmla="*/ 2857500 w 6858000"/>
              <a:gd name="connsiteY3" fmla="*/ 0 h 5028689"/>
              <a:gd name="connsiteX4" fmla="*/ 6858000 w 6858000"/>
              <a:gd name="connsiteY4" fmla="*/ 0 h 5028689"/>
              <a:gd name="connsiteX5" fmla="*/ 6858000 w 6858000"/>
              <a:gd name="connsiteY5" fmla="*/ 2549997 h 5028689"/>
              <a:gd name="connsiteX6" fmla="*/ 6858000 w 6858000"/>
              <a:gd name="connsiteY6" fmla="*/ 2549997 h 5028689"/>
              <a:gd name="connsiteX7" fmla="*/ 6858000 w 6858000"/>
              <a:gd name="connsiteY7" fmla="*/ 3642853 h 5028689"/>
              <a:gd name="connsiteX8" fmla="*/ 6858000 w 6858000"/>
              <a:gd name="connsiteY8" fmla="*/ 4371424 h 5028689"/>
              <a:gd name="connsiteX9" fmla="*/ 2398321 w 6858000"/>
              <a:gd name="connsiteY9" fmla="*/ 4383303 h 5028689"/>
              <a:gd name="connsiteX10" fmla="*/ 1972564 w 6858000"/>
              <a:gd name="connsiteY10" fmla="*/ 5028689 h 5028689"/>
              <a:gd name="connsiteX11" fmla="*/ 1653639 w 6858000"/>
              <a:gd name="connsiteY11" fmla="*/ 4363510 h 5028689"/>
              <a:gd name="connsiteX12" fmla="*/ 1504213 w 6858000"/>
              <a:gd name="connsiteY12" fmla="*/ 4344861 h 5028689"/>
              <a:gd name="connsiteX13" fmla="*/ 0 w 6858000"/>
              <a:gd name="connsiteY13" fmla="*/ 4371424 h 5028689"/>
              <a:gd name="connsiteX14" fmla="*/ 0 w 6858000"/>
              <a:gd name="connsiteY14" fmla="*/ 3642853 h 5028689"/>
              <a:gd name="connsiteX15" fmla="*/ 0 w 6858000"/>
              <a:gd name="connsiteY15" fmla="*/ 2549997 h 5028689"/>
              <a:gd name="connsiteX16" fmla="*/ 0 w 6858000"/>
              <a:gd name="connsiteY16" fmla="*/ 2549997 h 5028689"/>
              <a:gd name="connsiteX17" fmla="*/ 0 w 6858000"/>
              <a:gd name="connsiteY17" fmla="*/ 0 h 5028689"/>
              <a:gd name="connsiteX0" fmla="*/ 0 w 6858000"/>
              <a:gd name="connsiteY0" fmla="*/ 0 h 5028689"/>
              <a:gd name="connsiteX1" fmla="*/ 1143000 w 6858000"/>
              <a:gd name="connsiteY1" fmla="*/ 0 h 5028689"/>
              <a:gd name="connsiteX2" fmla="*/ 1143000 w 6858000"/>
              <a:gd name="connsiteY2" fmla="*/ 0 h 5028689"/>
              <a:gd name="connsiteX3" fmla="*/ 2857500 w 6858000"/>
              <a:gd name="connsiteY3" fmla="*/ 0 h 5028689"/>
              <a:gd name="connsiteX4" fmla="*/ 6858000 w 6858000"/>
              <a:gd name="connsiteY4" fmla="*/ 0 h 5028689"/>
              <a:gd name="connsiteX5" fmla="*/ 6858000 w 6858000"/>
              <a:gd name="connsiteY5" fmla="*/ 2549997 h 5028689"/>
              <a:gd name="connsiteX6" fmla="*/ 6858000 w 6858000"/>
              <a:gd name="connsiteY6" fmla="*/ 2549997 h 5028689"/>
              <a:gd name="connsiteX7" fmla="*/ 6858000 w 6858000"/>
              <a:gd name="connsiteY7" fmla="*/ 3642853 h 5028689"/>
              <a:gd name="connsiteX8" fmla="*/ 6858000 w 6858000"/>
              <a:gd name="connsiteY8" fmla="*/ 4371424 h 5028689"/>
              <a:gd name="connsiteX9" fmla="*/ 2398321 w 6858000"/>
              <a:gd name="connsiteY9" fmla="*/ 4383303 h 5028689"/>
              <a:gd name="connsiteX10" fmla="*/ 1972564 w 6858000"/>
              <a:gd name="connsiteY10" fmla="*/ 5028689 h 5028689"/>
              <a:gd name="connsiteX11" fmla="*/ 1653639 w 6858000"/>
              <a:gd name="connsiteY11" fmla="*/ 4363510 h 5028689"/>
              <a:gd name="connsiteX12" fmla="*/ 1504213 w 6858000"/>
              <a:gd name="connsiteY12" fmla="*/ 4348822 h 5028689"/>
              <a:gd name="connsiteX13" fmla="*/ 0 w 6858000"/>
              <a:gd name="connsiteY13" fmla="*/ 4371424 h 5028689"/>
              <a:gd name="connsiteX14" fmla="*/ 0 w 6858000"/>
              <a:gd name="connsiteY14" fmla="*/ 3642853 h 5028689"/>
              <a:gd name="connsiteX15" fmla="*/ 0 w 6858000"/>
              <a:gd name="connsiteY15" fmla="*/ 2549997 h 5028689"/>
              <a:gd name="connsiteX16" fmla="*/ 0 w 6858000"/>
              <a:gd name="connsiteY16" fmla="*/ 2549997 h 5028689"/>
              <a:gd name="connsiteX17" fmla="*/ 0 w 6858000"/>
              <a:gd name="connsiteY17" fmla="*/ 0 h 5028689"/>
              <a:gd name="connsiteX0" fmla="*/ 0 w 6858000"/>
              <a:gd name="connsiteY0" fmla="*/ 0 h 5028689"/>
              <a:gd name="connsiteX1" fmla="*/ 1143000 w 6858000"/>
              <a:gd name="connsiteY1" fmla="*/ 0 h 5028689"/>
              <a:gd name="connsiteX2" fmla="*/ 1143000 w 6858000"/>
              <a:gd name="connsiteY2" fmla="*/ 0 h 5028689"/>
              <a:gd name="connsiteX3" fmla="*/ 2857500 w 6858000"/>
              <a:gd name="connsiteY3" fmla="*/ 0 h 5028689"/>
              <a:gd name="connsiteX4" fmla="*/ 6858000 w 6858000"/>
              <a:gd name="connsiteY4" fmla="*/ 0 h 5028689"/>
              <a:gd name="connsiteX5" fmla="*/ 6858000 w 6858000"/>
              <a:gd name="connsiteY5" fmla="*/ 2549997 h 5028689"/>
              <a:gd name="connsiteX6" fmla="*/ 6858000 w 6858000"/>
              <a:gd name="connsiteY6" fmla="*/ 2549997 h 5028689"/>
              <a:gd name="connsiteX7" fmla="*/ 6858000 w 6858000"/>
              <a:gd name="connsiteY7" fmla="*/ 3642853 h 5028689"/>
              <a:gd name="connsiteX8" fmla="*/ 6858000 w 6858000"/>
              <a:gd name="connsiteY8" fmla="*/ 4371424 h 5028689"/>
              <a:gd name="connsiteX9" fmla="*/ 2398321 w 6858000"/>
              <a:gd name="connsiteY9" fmla="*/ 4383303 h 5028689"/>
              <a:gd name="connsiteX10" fmla="*/ 1972564 w 6858000"/>
              <a:gd name="connsiteY10" fmla="*/ 5028689 h 5028689"/>
              <a:gd name="connsiteX11" fmla="*/ 1653639 w 6858000"/>
              <a:gd name="connsiteY11" fmla="*/ 4363510 h 5028689"/>
              <a:gd name="connsiteX12" fmla="*/ 1472545 w 6858000"/>
              <a:gd name="connsiteY12" fmla="*/ 4360700 h 5028689"/>
              <a:gd name="connsiteX13" fmla="*/ 0 w 6858000"/>
              <a:gd name="connsiteY13" fmla="*/ 4371424 h 5028689"/>
              <a:gd name="connsiteX14" fmla="*/ 0 w 6858000"/>
              <a:gd name="connsiteY14" fmla="*/ 3642853 h 5028689"/>
              <a:gd name="connsiteX15" fmla="*/ 0 w 6858000"/>
              <a:gd name="connsiteY15" fmla="*/ 2549997 h 5028689"/>
              <a:gd name="connsiteX16" fmla="*/ 0 w 6858000"/>
              <a:gd name="connsiteY16" fmla="*/ 2549997 h 5028689"/>
              <a:gd name="connsiteX17" fmla="*/ 0 w 6858000"/>
              <a:gd name="connsiteY17" fmla="*/ 0 h 5028689"/>
              <a:gd name="connsiteX0" fmla="*/ 0 w 6858000"/>
              <a:gd name="connsiteY0" fmla="*/ 0 h 5028689"/>
              <a:gd name="connsiteX1" fmla="*/ 1143000 w 6858000"/>
              <a:gd name="connsiteY1" fmla="*/ 0 h 5028689"/>
              <a:gd name="connsiteX2" fmla="*/ 1143000 w 6858000"/>
              <a:gd name="connsiteY2" fmla="*/ 0 h 5028689"/>
              <a:gd name="connsiteX3" fmla="*/ 2857500 w 6858000"/>
              <a:gd name="connsiteY3" fmla="*/ 0 h 5028689"/>
              <a:gd name="connsiteX4" fmla="*/ 6858000 w 6858000"/>
              <a:gd name="connsiteY4" fmla="*/ 0 h 5028689"/>
              <a:gd name="connsiteX5" fmla="*/ 6858000 w 6858000"/>
              <a:gd name="connsiteY5" fmla="*/ 2549997 h 5028689"/>
              <a:gd name="connsiteX6" fmla="*/ 6858000 w 6858000"/>
              <a:gd name="connsiteY6" fmla="*/ 2549997 h 5028689"/>
              <a:gd name="connsiteX7" fmla="*/ 6858000 w 6858000"/>
              <a:gd name="connsiteY7" fmla="*/ 3642853 h 5028689"/>
              <a:gd name="connsiteX8" fmla="*/ 6858000 w 6858000"/>
              <a:gd name="connsiteY8" fmla="*/ 4371424 h 5028689"/>
              <a:gd name="connsiteX9" fmla="*/ 2485407 w 6858000"/>
              <a:gd name="connsiteY9" fmla="*/ 4371431 h 5028689"/>
              <a:gd name="connsiteX10" fmla="*/ 1972564 w 6858000"/>
              <a:gd name="connsiteY10" fmla="*/ 5028689 h 5028689"/>
              <a:gd name="connsiteX11" fmla="*/ 1653639 w 6858000"/>
              <a:gd name="connsiteY11" fmla="*/ 4363510 h 5028689"/>
              <a:gd name="connsiteX12" fmla="*/ 1472545 w 6858000"/>
              <a:gd name="connsiteY12" fmla="*/ 4360700 h 5028689"/>
              <a:gd name="connsiteX13" fmla="*/ 0 w 6858000"/>
              <a:gd name="connsiteY13" fmla="*/ 4371424 h 5028689"/>
              <a:gd name="connsiteX14" fmla="*/ 0 w 6858000"/>
              <a:gd name="connsiteY14" fmla="*/ 3642853 h 5028689"/>
              <a:gd name="connsiteX15" fmla="*/ 0 w 6858000"/>
              <a:gd name="connsiteY15" fmla="*/ 2549997 h 5028689"/>
              <a:gd name="connsiteX16" fmla="*/ 0 w 6858000"/>
              <a:gd name="connsiteY16" fmla="*/ 2549997 h 5028689"/>
              <a:gd name="connsiteX17" fmla="*/ 0 w 6858000"/>
              <a:gd name="connsiteY17" fmla="*/ 0 h 5028689"/>
              <a:gd name="connsiteX0" fmla="*/ 0 w 6858000"/>
              <a:gd name="connsiteY0" fmla="*/ 0 h 5028689"/>
              <a:gd name="connsiteX1" fmla="*/ 1143000 w 6858000"/>
              <a:gd name="connsiteY1" fmla="*/ 0 h 5028689"/>
              <a:gd name="connsiteX2" fmla="*/ 1143000 w 6858000"/>
              <a:gd name="connsiteY2" fmla="*/ 0 h 5028689"/>
              <a:gd name="connsiteX3" fmla="*/ 2857500 w 6858000"/>
              <a:gd name="connsiteY3" fmla="*/ 0 h 5028689"/>
              <a:gd name="connsiteX4" fmla="*/ 6858000 w 6858000"/>
              <a:gd name="connsiteY4" fmla="*/ 0 h 5028689"/>
              <a:gd name="connsiteX5" fmla="*/ 6858000 w 6858000"/>
              <a:gd name="connsiteY5" fmla="*/ 2549997 h 5028689"/>
              <a:gd name="connsiteX6" fmla="*/ 6858000 w 6858000"/>
              <a:gd name="connsiteY6" fmla="*/ 2549997 h 5028689"/>
              <a:gd name="connsiteX7" fmla="*/ 6858000 w 6858000"/>
              <a:gd name="connsiteY7" fmla="*/ 3642853 h 5028689"/>
              <a:gd name="connsiteX8" fmla="*/ 6858000 w 6858000"/>
              <a:gd name="connsiteY8" fmla="*/ 4371424 h 5028689"/>
              <a:gd name="connsiteX9" fmla="*/ 2485407 w 6858000"/>
              <a:gd name="connsiteY9" fmla="*/ 4371431 h 5028689"/>
              <a:gd name="connsiteX10" fmla="*/ 1972564 w 6858000"/>
              <a:gd name="connsiteY10" fmla="*/ 5028689 h 5028689"/>
              <a:gd name="connsiteX11" fmla="*/ 1606138 w 6858000"/>
              <a:gd name="connsiteY11" fmla="*/ 4363513 h 5028689"/>
              <a:gd name="connsiteX12" fmla="*/ 1472545 w 6858000"/>
              <a:gd name="connsiteY12" fmla="*/ 4360700 h 5028689"/>
              <a:gd name="connsiteX13" fmla="*/ 0 w 6858000"/>
              <a:gd name="connsiteY13" fmla="*/ 4371424 h 5028689"/>
              <a:gd name="connsiteX14" fmla="*/ 0 w 6858000"/>
              <a:gd name="connsiteY14" fmla="*/ 3642853 h 5028689"/>
              <a:gd name="connsiteX15" fmla="*/ 0 w 6858000"/>
              <a:gd name="connsiteY15" fmla="*/ 2549997 h 5028689"/>
              <a:gd name="connsiteX16" fmla="*/ 0 w 6858000"/>
              <a:gd name="connsiteY16" fmla="*/ 2549997 h 5028689"/>
              <a:gd name="connsiteX17" fmla="*/ 0 w 6858000"/>
              <a:gd name="connsiteY17" fmla="*/ 0 h 5028689"/>
              <a:gd name="connsiteX0" fmla="*/ 0 w 6858000"/>
              <a:gd name="connsiteY0" fmla="*/ 0 h 4873241"/>
              <a:gd name="connsiteX1" fmla="*/ 1143000 w 6858000"/>
              <a:gd name="connsiteY1" fmla="*/ 0 h 4873241"/>
              <a:gd name="connsiteX2" fmla="*/ 1143000 w 6858000"/>
              <a:gd name="connsiteY2" fmla="*/ 0 h 4873241"/>
              <a:gd name="connsiteX3" fmla="*/ 2857500 w 6858000"/>
              <a:gd name="connsiteY3" fmla="*/ 0 h 4873241"/>
              <a:gd name="connsiteX4" fmla="*/ 6858000 w 6858000"/>
              <a:gd name="connsiteY4" fmla="*/ 0 h 4873241"/>
              <a:gd name="connsiteX5" fmla="*/ 6858000 w 6858000"/>
              <a:gd name="connsiteY5" fmla="*/ 2549997 h 4873241"/>
              <a:gd name="connsiteX6" fmla="*/ 6858000 w 6858000"/>
              <a:gd name="connsiteY6" fmla="*/ 2549997 h 4873241"/>
              <a:gd name="connsiteX7" fmla="*/ 6858000 w 6858000"/>
              <a:gd name="connsiteY7" fmla="*/ 3642853 h 4873241"/>
              <a:gd name="connsiteX8" fmla="*/ 6858000 w 6858000"/>
              <a:gd name="connsiteY8" fmla="*/ 4371424 h 4873241"/>
              <a:gd name="connsiteX9" fmla="*/ 2485407 w 6858000"/>
              <a:gd name="connsiteY9" fmla="*/ 4371431 h 4873241"/>
              <a:gd name="connsiteX10" fmla="*/ 3240580 w 6858000"/>
              <a:gd name="connsiteY10" fmla="*/ 4873241 h 4873241"/>
              <a:gd name="connsiteX11" fmla="*/ 1606138 w 6858000"/>
              <a:gd name="connsiteY11" fmla="*/ 4363513 h 4873241"/>
              <a:gd name="connsiteX12" fmla="*/ 1472545 w 6858000"/>
              <a:gd name="connsiteY12" fmla="*/ 4360700 h 4873241"/>
              <a:gd name="connsiteX13" fmla="*/ 0 w 6858000"/>
              <a:gd name="connsiteY13" fmla="*/ 4371424 h 4873241"/>
              <a:gd name="connsiteX14" fmla="*/ 0 w 6858000"/>
              <a:gd name="connsiteY14" fmla="*/ 3642853 h 4873241"/>
              <a:gd name="connsiteX15" fmla="*/ 0 w 6858000"/>
              <a:gd name="connsiteY15" fmla="*/ 2549997 h 4873241"/>
              <a:gd name="connsiteX16" fmla="*/ 0 w 6858000"/>
              <a:gd name="connsiteY16" fmla="*/ 2549997 h 4873241"/>
              <a:gd name="connsiteX17" fmla="*/ 0 w 6858000"/>
              <a:gd name="connsiteY17" fmla="*/ 0 h 4873241"/>
              <a:gd name="connsiteX0" fmla="*/ 0 w 6858000"/>
              <a:gd name="connsiteY0" fmla="*/ 0 h 4873241"/>
              <a:gd name="connsiteX1" fmla="*/ 1143000 w 6858000"/>
              <a:gd name="connsiteY1" fmla="*/ 0 h 4873241"/>
              <a:gd name="connsiteX2" fmla="*/ 1143000 w 6858000"/>
              <a:gd name="connsiteY2" fmla="*/ 0 h 4873241"/>
              <a:gd name="connsiteX3" fmla="*/ 2857500 w 6858000"/>
              <a:gd name="connsiteY3" fmla="*/ 0 h 4873241"/>
              <a:gd name="connsiteX4" fmla="*/ 6858000 w 6858000"/>
              <a:gd name="connsiteY4" fmla="*/ 0 h 4873241"/>
              <a:gd name="connsiteX5" fmla="*/ 6858000 w 6858000"/>
              <a:gd name="connsiteY5" fmla="*/ 2549997 h 4873241"/>
              <a:gd name="connsiteX6" fmla="*/ 6858000 w 6858000"/>
              <a:gd name="connsiteY6" fmla="*/ 2549997 h 4873241"/>
              <a:gd name="connsiteX7" fmla="*/ 6858000 w 6858000"/>
              <a:gd name="connsiteY7" fmla="*/ 3642853 h 4873241"/>
              <a:gd name="connsiteX8" fmla="*/ 6858000 w 6858000"/>
              <a:gd name="connsiteY8" fmla="*/ 4371424 h 4873241"/>
              <a:gd name="connsiteX9" fmla="*/ 2485407 w 6858000"/>
              <a:gd name="connsiteY9" fmla="*/ 4371431 h 4873241"/>
              <a:gd name="connsiteX10" fmla="*/ 3240581 w 6858000"/>
              <a:gd name="connsiteY10" fmla="*/ 4873241 h 4873241"/>
              <a:gd name="connsiteX11" fmla="*/ 1606138 w 6858000"/>
              <a:gd name="connsiteY11" fmla="*/ 4363513 h 4873241"/>
              <a:gd name="connsiteX12" fmla="*/ 1472545 w 6858000"/>
              <a:gd name="connsiteY12" fmla="*/ 4360700 h 4873241"/>
              <a:gd name="connsiteX13" fmla="*/ 0 w 6858000"/>
              <a:gd name="connsiteY13" fmla="*/ 4371424 h 4873241"/>
              <a:gd name="connsiteX14" fmla="*/ 0 w 6858000"/>
              <a:gd name="connsiteY14" fmla="*/ 3642853 h 4873241"/>
              <a:gd name="connsiteX15" fmla="*/ 0 w 6858000"/>
              <a:gd name="connsiteY15" fmla="*/ 2549997 h 4873241"/>
              <a:gd name="connsiteX16" fmla="*/ 0 w 6858000"/>
              <a:gd name="connsiteY16" fmla="*/ 2549997 h 4873241"/>
              <a:gd name="connsiteX17" fmla="*/ 0 w 6858000"/>
              <a:gd name="connsiteY17" fmla="*/ 0 h 4873241"/>
              <a:gd name="connsiteX0" fmla="*/ 0 w 6858000"/>
              <a:gd name="connsiteY0" fmla="*/ 0 h 4873241"/>
              <a:gd name="connsiteX1" fmla="*/ 1143000 w 6858000"/>
              <a:gd name="connsiteY1" fmla="*/ 0 h 4873241"/>
              <a:gd name="connsiteX2" fmla="*/ 1143000 w 6858000"/>
              <a:gd name="connsiteY2" fmla="*/ 0 h 4873241"/>
              <a:gd name="connsiteX3" fmla="*/ 2857500 w 6858000"/>
              <a:gd name="connsiteY3" fmla="*/ 0 h 4873241"/>
              <a:gd name="connsiteX4" fmla="*/ 6858000 w 6858000"/>
              <a:gd name="connsiteY4" fmla="*/ 0 h 4873241"/>
              <a:gd name="connsiteX5" fmla="*/ 6858000 w 6858000"/>
              <a:gd name="connsiteY5" fmla="*/ 2549997 h 4873241"/>
              <a:gd name="connsiteX6" fmla="*/ 6858000 w 6858000"/>
              <a:gd name="connsiteY6" fmla="*/ 2549997 h 4873241"/>
              <a:gd name="connsiteX7" fmla="*/ 6858000 w 6858000"/>
              <a:gd name="connsiteY7" fmla="*/ 3642853 h 4873241"/>
              <a:gd name="connsiteX8" fmla="*/ 6858000 w 6858000"/>
              <a:gd name="connsiteY8" fmla="*/ 4371424 h 4873241"/>
              <a:gd name="connsiteX9" fmla="*/ 3458744 w 6858000"/>
              <a:gd name="connsiteY9" fmla="*/ 4366859 h 4873241"/>
              <a:gd name="connsiteX10" fmla="*/ 3240581 w 6858000"/>
              <a:gd name="connsiteY10" fmla="*/ 4873241 h 4873241"/>
              <a:gd name="connsiteX11" fmla="*/ 1606138 w 6858000"/>
              <a:gd name="connsiteY11" fmla="*/ 4363513 h 4873241"/>
              <a:gd name="connsiteX12" fmla="*/ 1472545 w 6858000"/>
              <a:gd name="connsiteY12" fmla="*/ 4360700 h 4873241"/>
              <a:gd name="connsiteX13" fmla="*/ 0 w 6858000"/>
              <a:gd name="connsiteY13" fmla="*/ 4371424 h 4873241"/>
              <a:gd name="connsiteX14" fmla="*/ 0 w 6858000"/>
              <a:gd name="connsiteY14" fmla="*/ 3642853 h 4873241"/>
              <a:gd name="connsiteX15" fmla="*/ 0 w 6858000"/>
              <a:gd name="connsiteY15" fmla="*/ 2549997 h 4873241"/>
              <a:gd name="connsiteX16" fmla="*/ 0 w 6858000"/>
              <a:gd name="connsiteY16" fmla="*/ 2549997 h 4873241"/>
              <a:gd name="connsiteX17" fmla="*/ 0 w 6858000"/>
              <a:gd name="connsiteY17" fmla="*/ 0 h 4873241"/>
              <a:gd name="connsiteX0" fmla="*/ 0 w 6858000"/>
              <a:gd name="connsiteY0" fmla="*/ 0 h 4873241"/>
              <a:gd name="connsiteX1" fmla="*/ 1143000 w 6858000"/>
              <a:gd name="connsiteY1" fmla="*/ 0 h 4873241"/>
              <a:gd name="connsiteX2" fmla="*/ 1143000 w 6858000"/>
              <a:gd name="connsiteY2" fmla="*/ 0 h 4873241"/>
              <a:gd name="connsiteX3" fmla="*/ 2857500 w 6858000"/>
              <a:gd name="connsiteY3" fmla="*/ 0 h 4873241"/>
              <a:gd name="connsiteX4" fmla="*/ 6858000 w 6858000"/>
              <a:gd name="connsiteY4" fmla="*/ 0 h 4873241"/>
              <a:gd name="connsiteX5" fmla="*/ 6858000 w 6858000"/>
              <a:gd name="connsiteY5" fmla="*/ 2549997 h 4873241"/>
              <a:gd name="connsiteX6" fmla="*/ 6858000 w 6858000"/>
              <a:gd name="connsiteY6" fmla="*/ 2549997 h 4873241"/>
              <a:gd name="connsiteX7" fmla="*/ 6858000 w 6858000"/>
              <a:gd name="connsiteY7" fmla="*/ 3642853 h 4873241"/>
              <a:gd name="connsiteX8" fmla="*/ 6858000 w 6858000"/>
              <a:gd name="connsiteY8" fmla="*/ 4371424 h 4873241"/>
              <a:gd name="connsiteX9" fmla="*/ 3458744 w 6858000"/>
              <a:gd name="connsiteY9" fmla="*/ 4366859 h 4873241"/>
              <a:gd name="connsiteX10" fmla="*/ 3240581 w 6858000"/>
              <a:gd name="connsiteY10" fmla="*/ 4873241 h 4873241"/>
              <a:gd name="connsiteX11" fmla="*/ 1981185 w 6858000"/>
              <a:gd name="connsiteY11" fmla="*/ 4326937 h 4873241"/>
              <a:gd name="connsiteX12" fmla="*/ 1472545 w 6858000"/>
              <a:gd name="connsiteY12" fmla="*/ 4360700 h 4873241"/>
              <a:gd name="connsiteX13" fmla="*/ 0 w 6858000"/>
              <a:gd name="connsiteY13" fmla="*/ 4371424 h 4873241"/>
              <a:gd name="connsiteX14" fmla="*/ 0 w 6858000"/>
              <a:gd name="connsiteY14" fmla="*/ 3642853 h 4873241"/>
              <a:gd name="connsiteX15" fmla="*/ 0 w 6858000"/>
              <a:gd name="connsiteY15" fmla="*/ 2549997 h 4873241"/>
              <a:gd name="connsiteX16" fmla="*/ 0 w 6858000"/>
              <a:gd name="connsiteY16" fmla="*/ 2549997 h 4873241"/>
              <a:gd name="connsiteX17" fmla="*/ 0 w 6858000"/>
              <a:gd name="connsiteY17" fmla="*/ 0 h 4873241"/>
              <a:gd name="connsiteX0" fmla="*/ 0 w 6858000"/>
              <a:gd name="connsiteY0" fmla="*/ 0 h 4873241"/>
              <a:gd name="connsiteX1" fmla="*/ 1143000 w 6858000"/>
              <a:gd name="connsiteY1" fmla="*/ 0 h 4873241"/>
              <a:gd name="connsiteX2" fmla="*/ 1143000 w 6858000"/>
              <a:gd name="connsiteY2" fmla="*/ 0 h 4873241"/>
              <a:gd name="connsiteX3" fmla="*/ 2857500 w 6858000"/>
              <a:gd name="connsiteY3" fmla="*/ 0 h 4873241"/>
              <a:gd name="connsiteX4" fmla="*/ 6858000 w 6858000"/>
              <a:gd name="connsiteY4" fmla="*/ 0 h 4873241"/>
              <a:gd name="connsiteX5" fmla="*/ 6858000 w 6858000"/>
              <a:gd name="connsiteY5" fmla="*/ 2549997 h 4873241"/>
              <a:gd name="connsiteX6" fmla="*/ 6858000 w 6858000"/>
              <a:gd name="connsiteY6" fmla="*/ 2549997 h 4873241"/>
              <a:gd name="connsiteX7" fmla="*/ 6858000 w 6858000"/>
              <a:gd name="connsiteY7" fmla="*/ 3642853 h 4873241"/>
              <a:gd name="connsiteX8" fmla="*/ 6858000 w 6858000"/>
              <a:gd name="connsiteY8" fmla="*/ 4371424 h 4873241"/>
              <a:gd name="connsiteX9" fmla="*/ 3458744 w 6858000"/>
              <a:gd name="connsiteY9" fmla="*/ 4366859 h 4873241"/>
              <a:gd name="connsiteX10" fmla="*/ 3240581 w 6858000"/>
              <a:gd name="connsiteY10" fmla="*/ 4873241 h 4873241"/>
              <a:gd name="connsiteX11" fmla="*/ 2883083 w 6858000"/>
              <a:gd name="connsiteY11" fmla="*/ 4390945 h 4873241"/>
              <a:gd name="connsiteX12" fmla="*/ 1472545 w 6858000"/>
              <a:gd name="connsiteY12" fmla="*/ 4360700 h 4873241"/>
              <a:gd name="connsiteX13" fmla="*/ 0 w 6858000"/>
              <a:gd name="connsiteY13" fmla="*/ 4371424 h 4873241"/>
              <a:gd name="connsiteX14" fmla="*/ 0 w 6858000"/>
              <a:gd name="connsiteY14" fmla="*/ 3642853 h 4873241"/>
              <a:gd name="connsiteX15" fmla="*/ 0 w 6858000"/>
              <a:gd name="connsiteY15" fmla="*/ 2549997 h 4873241"/>
              <a:gd name="connsiteX16" fmla="*/ 0 w 6858000"/>
              <a:gd name="connsiteY16" fmla="*/ 2549997 h 4873241"/>
              <a:gd name="connsiteX17" fmla="*/ 0 w 6858000"/>
              <a:gd name="connsiteY17" fmla="*/ 0 h 4873241"/>
              <a:gd name="connsiteX0" fmla="*/ 0 w 6858000"/>
              <a:gd name="connsiteY0" fmla="*/ 0 h 4873241"/>
              <a:gd name="connsiteX1" fmla="*/ 1143000 w 6858000"/>
              <a:gd name="connsiteY1" fmla="*/ 0 h 4873241"/>
              <a:gd name="connsiteX2" fmla="*/ 1143000 w 6858000"/>
              <a:gd name="connsiteY2" fmla="*/ 0 h 4873241"/>
              <a:gd name="connsiteX3" fmla="*/ 2857500 w 6858000"/>
              <a:gd name="connsiteY3" fmla="*/ 0 h 4873241"/>
              <a:gd name="connsiteX4" fmla="*/ 6858000 w 6858000"/>
              <a:gd name="connsiteY4" fmla="*/ 0 h 4873241"/>
              <a:gd name="connsiteX5" fmla="*/ 6858000 w 6858000"/>
              <a:gd name="connsiteY5" fmla="*/ 2549997 h 4873241"/>
              <a:gd name="connsiteX6" fmla="*/ 6858000 w 6858000"/>
              <a:gd name="connsiteY6" fmla="*/ 2549997 h 4873241"/>
              <a:gd name="connsiteX7" fmla="*/ 6858000 w 6858000"/>
              <a:gd name="connsiteY7" fmla="*/ 3642853 h 4873241"/>
              <a:gd name="connsiteX8" fmla="*/ 6858000 w 6858000"/>
              <a:gd name="connsiteY8" fmla="*/ 4371424 h 4873241"/>
              <a:gd name="connsiteX9" fmla="*/ 3458744 w 6858000"/>
              <a:gd name="connsiteY9" fmla="*/ 4366859 h 4873241"/>
              <a:gd name="connsiteX10" fmla="*/ 3240581 w 6858000"/>
              <a:gd name="connsiteY10" fmla="*/ 4873241 h 4873241"/>
              <a:gd name="connsiteX11" fmla="*/ 2802716 w 6858000"/>
              <a:gd name="connsiteY11" fmla="*/ 4381801 h 4873241"/>
              <a:gd name="connsiteX12" fmla="*/ 1472545 w 6858000"/>
              <a:gd name="connsiteY12" fmla="*/ 4360700 h 4873241"/>
              <a:gd name="connsiteX13" fmla="*/ 0 w 6858000"/>
              <a:gd name="connsiteY13" fmla="*/ 4371424 h 4873241"/>
              <a:gd name="connsiteX14" fmla="*/ 0 w 6858000"/>
              <a:gd name="connsiteY14" fmla="*/ 3642853 h 4873241"/>
              <a:gd name="connsiteX15" fmla="*/ 0 w 6858000"/>
              <a:gd name="connsiteY15" fmla="*/ 2549997 h 4873241"/>
              <a:gd name="connsiteX16" fmla="*/ 0 w 6858000"/>
              <a:gd name="connsiteY16" fmla="*/ 2549997 h 4873241"/>
              <a:gd name="connsiteX17" fmla="*/ 0 w 6858000"/>
              <a:gd name="connsiteY17" fmla="*/ 0 h 4873241"/>
              <a:gd name="connsiteX0" fmla="*/ 0 w 6858000"/>
              <a:gd name="connsiteY0" fmla="*/ 0 h 4873241"/>
              <a:gd name="connsiteX1" fmla="*/ 1143000 w 6858000"/>
              <a:gd name="connsiteY1" fmla="*/ 0 h 4873241"/>
              <a:gd name="connsiteX2" fmla="*/ 1143000 w 6858000"/>
              <a:gd name="connsiteY2" fmla="*/ 0 h 4873241"/>
              <a:gd name="connsiteX3" fmla="*/ 2857500 w 6858000"/>
              <a:gd name="connsiteY3" fmla="*/ 0 h 4873241"/>
              <a:gd name="connsiteX4" fmla="*/ 6858000 w 6858000"/>
              <a:gd name="connsiteY4" fmla="*/ 0 h 4873241"/>
              <a:gd name="connsiteX5" fmla="*/ 6858000 w 6858000"/>
              <a:gd name="connsiteY5" fmla="*/ 2549997 h 4873241"/>
              <a:gd name="connsiteX6" fmla="*/ 6858000 w 6858000"/>
              <a:gd name="connsiteY6" fmla="*/ 2549997 h 4873241"/>
              <a:gd name="connsiteX7" fmla="*/ 6858000 w 6858000"/>
              <a:gd name="connsiteY7" fmla="*/ 3642853 h 4873241"/>
              <a:gd name="connsiteX8" fmla="*/ 6858000 w 6858000"/>
              <a:gd name="connsiteY8" fmla="*/ 4371424 h 4873241"/>
              <a:gd name="connsiteX9" fmla="*/ 3548041 w 6858000"/>
              <a:gd name="connsiteY9" fmla="*/ 4357715 h 4873241"/>
              <a:gd name="connsiteX10" fmla="*/ 3240581 w 6858000"/>
              <a:gd name="connsiteY10" fmla="*/ 4873241 h 4873241"/>
              <a:gd name="connsiteX11" fmla="*/ 2802716 w 6858000"/>
              <a:gd name="connsiteY11" fmla="*/ 4381801 h 4873241"/>
              <a:gd name="connsiteX12" fmla="*/ 1472545 w 6858000"/>
              <a:gd name="connsiteY12" fmla="*/ 4360700 h 4873241"/>
              <a:gd name="connsiteX13" fmla="*/ 0 w 6858000"/>
              <a:gd name="connsiteY13" fmla="*/ 4371424 h 4873241"/>
              <a:gd name="connsiteX14" fmla="*/ 0 w 6858000"/>
              <a:gd name="connsiteY14" fmla="*/ 3642853 h 4873241"/>
              <a:gd name="connsiteX15" fmla="*/ 0 w 6858000"/>
              <a:gd name="connsiteY15" fmla="*/ 2549997 h 4873241"/>
              <a:gd name="connsiteX16" fmla="*/ 0 w 6858000"/>
              <a:gd name="connsiteY16" fmla="*/ 2549997 h 4873241"/>
              <a:gd name="connsiteX17" fmla="*/ 0 w 6858000"/>
              <a:gd name="connsiteY17" fmla="*/ 0 h 4873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858000" h="4873241">
                <a:moveTo>
                  <a:pt x="0" y="0"/>
                </a:moveTo>
                <a:lnTo>
                  <a:pt x="1143000" y="0"/>
                </a:lnTo>
                <a:lnTo>
                  <a:pt x="1143000" y="0"/>
                </a:lnTo>
                <a:lnTo>
                  <a:pt x="2857500" y="0"/>
                </a:lnTo>
                <a:lnTo>
                  <a:pt x="6858000" y="0"/>
                </a:lnTo>
                <a:lnTo>
                  <a:pt x="6858000" y="2549997"/>
                </a:lnTo>
                <a:lnTo>
                  <a:pt x="6858000" y="2549997"/>
                </a:lnTo>
                <a:lnTo>
                  <a:pt x="6858000" y="3642853"/>
                </a:lnTo>
                <a:lnTo>
                  <a:pt x="6858000" y="4371424"/>
                </a:lnTo>
                <a:lnTo>
                  <a:pt x="3548041" y="4357715"/>
                </a:lnTo>
                <a:lnTo>
                  <a:pt x="3240581" y="4873241"/>
                </a:lnTo>
                <a:lnTo>
                  <a:pt x="2802716" y="4381801"/>
                </a:lnTo>
                <a:cubicBezTo>
                  <a:pt x="2789853" y="4383500"/>
                  <a:pt x="1485408" y="4359001"/>
                  <a:pt x="1472545" y="4360700"/>
                </a:cubicBezTo>
                <a:lnTo>
                  <a:pt x="0" y="4371424"/>
                </a:lnTo>
                <a:lnTo>
                  <a:pt x="0" y="3642853"/>
                </a:lnTo>
                <a:lnTo>
                  <a:pt x="0" y="2549997"/>
                </a:lnTo>
                <a:lnTo>
                  <a:pt x="0" y="2549997"/>
                </a:lnTo>
                <a:lnTo>
                  <a:pt x="0" y="0"/>
                </a:lnTo>
                <a:close/>
              </a:path>
            </a:pathLst>
          </a:custGeom>
          <a:blipFill dpi="0" rotWithShape="0">
            <a:blip r:embed="rId2">
              <a:extLst>
                <a:ext uri="{28A0092B-C50C-407E-A947-70E740481C1C}">
                  <a14:useLocalDpi xmlns:a14="http://schemas.microsoft.com/office/drawing/2010/main" val="0"/>
                </a:ext>
              </a:extLst>
            </a:blip>
            <a:srcRect/>
            <a:stretch>
              <a:fillRect l="-49179" r="-49179"/>
            </a:stretch>
          </a:blip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1" name="Picture 10" descr="A blue and black logo&#10;&#10;Description automatically generated">
            <a:extLst>
              <a:ext uri="{FF2B5EF4-FFF2-40B4-BE49-F238E27FC236}">
                <a16:creationId xmlns:a16="http://schemas.microsoft.com/office/drawing/2014/main" id="{0DADEECD-50A8-B13F-D824-C112E1F9457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604857" y="229959"/>
            <a:ext cx="1991348" cy="1007646"/>
          </a:xfrm>
          <a:prstGeom prst="rect">
            <a:avLst/>
          </a:prstGeom>
        </p:spPr>
      </p:pic>
      <p:cxnSp>
        <p:nvCxnSpPr>
          <p:cNvPr id="15" name="Straight Connector 14">
            <a:extLst>
              <a:ext uri="{FF2B5EF4-FFF2-40B4-BE49-F238E27FC236}">
                <a16:creationId xmlns:a16="http://schemas.microsoft.com/office/drawing/2014/main" id="{DF20C51E-2838-7118-5CE6-25B26C13BA2C}"/>
              </a:ext>
            </a:extLst>
          </p:cNvPr>
          <p:cNvCxnSpPr>
            <a:cxnSpLocks/>
          </p:cNvCxnSpPr>
          <p:nvPr userDrawn="1"/>
        </p:nvCxnSpPr>
        <p:spPr>
          <a:xfrm flipV="1">
            <a:off x="5855804" y="4574938"/>
            <a:ext cx="5740401" cy="13949"/>
          </a:xfrm>
          <a:prstGeom prst="line">
            <a:avLst/>
          </a:prstGeom>
        </p:spPr>
        <p:style>
          <a:lnRef idx="3">
            <a:schemeClr val="accent6"/>
          </a:lnRef>
          <a:fillRef idx="0">
            <a:schemeClr val="accent6"/>
          </a:fillRef>
          <a:effectRef idx="2">
            <a:schemeClr val="accent6"/>
          </a:effectRef>
          <a:fontRef idx="minor">
            <a:schemeClr val="tx1"/>
          </a:fontRef>
        </p:style>
      </p:cxnSp>
      <p:sp>
        <p:nvSpPr>
          <p:cNvPr id="12" name="Text Placeholder 11">
            <a:extLst>
              <a:ext uri="{FF2B5EF4-FFF2-40B4-BE49-F238E27FC236}">
                <a16:creationId xmlns:a16="http://schemas.microsoft.com/office/drawing/2014/main" id="{516E931A-BA8B-9269-3853-94E0F0C7FB78}"/>
              </a:ext>
            </a:extLst>
          </p:cNvPr>
          <p:cNvSpPr>
            <a:spLocks noGrp="1"/>
          </p:cNvSpPr>
          <p:nvPr>
            <p:ph type="body" sz="quarter" idx="13" hasCustomPrompt="1"/>
          </p:nvPr>
        </p:nvSpPr>
        <p:spPr>
          <a:xfrm>
            <a:off x="5856288" y="4205288"/>
            <a:ext cx="5740400" cy="338137"/>
          </a:xfrm>
        </p:spPr>
        <p:txBody>
          <a:bodyPr>
            <a:noAutofit/>
          </a:bodyPr>
          <a:lstStyle>
            <a:lvl1pPr marL="0" indent="0">
              <a:buFontTx/>
              <a:buNone/>
              <a:defRPr sz="2400">
                <a:latin typeface="Roboto Medium" panose="02000000000000000000" pitchFamily="2" charset="0"/>
                <a:ea typeface="Roboto Medium" panose="02000000000000000000" pitchFamily="2" charset="0"/>
              </a:defRPr>
            </a:lvl1pPr>
          </a:lstStyle>
          <a:p>
            <a:pPr lvl="0"/>
            <a:r>
              <a:rPr lang="en-US" dirty="0"/>
              <a:t>Module Name</a:t>
            </a:r>
          </a:p>
        </p:txBody>
      </p:sp>
    </p:spTree>
    <p:extLst>
      <p:ext uri="{BB962C8B-B14F-4D97-AF65-F5344CB8AC3E}">
        <p14:creationId xmlns:p14="http://schemas.microsoft.com/office/powerpoint/2010/main" val="35880450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1C06C-9134-6559-C71D-B392BB5DBFB5}"/>
              </a:ext>
            </a:extLst>
          </p:cNvPr>
          <p:cNvSpPr>
            <a:spLocks noGrp="1"/>
          </p:cNvSpPr>
          <p:nvPr>
            <p:ph type="title"/>
          </p:nvPr>
        </p:nvSpPr>
        <p:spPr>
          <a:xfrm>
            <a:off x="1545989" y="697267"/>
            <a:ext cx="9922111" cy="713874"/>
          </a:xfrm>
        </p:spPr>
        <p:txBody>
          <a:bodyPr>
            <a:normAutofit/>
          </a:bodyPr>
          <a:lstStyle>
            <a:lvl1pPr>
              <a:defRPr sz="3200">
                <a:solidFill>
                  <a:schemeClr val="tx1"/>
                </a:solidFill>
                <a:latin typeface="Roboto Condensed Medium" panose="02000000000000000000" pitchFamily="2" charset="0"/>
                <a:ea typeface="Roboto Condensed Medium" panose="02000000000000000000" pitchFamily="2" charset="0"/>
                <a:cs typeface="Roboto Condensed Medium" panose="02000000000000000000" pitchFamily="2" charset="0"/>
              </a:defRPr>
            </a:lvl1p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230AAFB5-3B59-C414-FBD7-1ED5DA5D93FB}"/>
              </a:ext>
            </a:extLst>
          </p:cNvPr>
          <p:cNvSpPr>
            <a:spLocks noGrp="1"/>
          </p:cNvSpPr>
          <p:nvPr>
            <p:ph idx="1"/>
          </p:nvPr>
        </p:nvSpPr>
        <p:spPr>
          <a:xfrm>
            <a:off x="1545988" y="1475875"/>
            <a:ext cx="9922112" cy="4722519"/>
          </a:xfrm>
        </p:spPr>
        <p:txBody>
          <a:bodyPr/>
          <a:lstStyle>
            <a:lvl1pPr marL="457200" indent="-457200">
              <a:buClr>
                <a:schemeClr val="tx1"/>
              </a:buClr>
              <a:buFont typeface="Arial" panose="020B0604020202020204" pitchFamily="34" charset="0"/>
              <a:buChar char="•"/>
              <a:defRPr sz="2400">
                <a:solidFill>
                  <a:schemeClr val="tx2"/>
                </a:solidFill>
              </a:defRPr>
            </a:lvl1pPr>
            <a:lvl2pPr marL="800100" indent="-342900">
              <a:buClr>
                <a:schemeClr val="tx1"/>
              </a:buClr>
              <a:buFont typeface="Arial" panose="020B0604020202020204" pitchFamily="34" charset="0"/>
              <a:buChar char="•"/>
              <a:defRPr sz="2000">
                <a:solidFill>
                  <a:schemeClr val="tx2"/>
                </a:solidFill>
              </a:defRPr>
            </a:lvl2pPr>
            <a:lvl3pPr marL="1257300" indent="-342900">
              <a:buClr>
                <a:schemeClr val="tx1"/>
              </a:buClr>
              <a:buFont typeface="Arial" panose="020B0604020202020204" pitchFamily="34" charset="0"/>
              <a:buChar char="•"/>
              <a:defRPr>
                <a:solidFill>
                  <a:schemeClr val="tx2"/>
                </a:solidFill>
              </a:defRPr>
            </a:lvl3pPr>
            <a:lvl4pPr marL="1657350" indent="-285750">
              <a:buClr>
                <a:schemeClr val="tx1"/>
              </a:buClr>
              <a:buFont typeface="Arial" panose="020B0604020202020204" pitchFamily="34" charset="0"/>
              <a:buChar char="•"/>
              <a:defRPr>
                <a:solidFill>
                  <a:schemeClr val="tx2"/>
                </a:solidFill>
              </a:defRPr>
            </a:lvl4pPr>
            <a:lvl5pPr marL="2114550" indent="-285750">
              <a:buClr>
                <a:schemeClr val="tx1"/>
              </a:buClr>
              <a:buFont typeface="Arial" panose="020B0604020202020204" pitchFamily="34" charset="0"/>
              <a:buChar cha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a:extLst>
              <a:ext uri="{FF2B5EF4-FFF2-40B4-BE49-F238E27FC236}">
                <a16:creationId xmlns:a16="http://schemas.microsoft.com/office/drawing/2014/main" id="{FF83C479-72A1-07A0-F66F-E771BFAC603B}"/>
              </a:ext>
            </a:extLst>
          </p:cNvPr>
          <p:cNvSpPr>
            <a:spLocks noGrp="1"/>
          </p:cNvSpPr>
          <p:nvPr>
            <p:ph type="dt" sz="half" idx="10"/>
          </p:nvPr>
        </p:nvSpPr>
        <p:spPr/>
        <p:txBody>
          <a:bodyPr/>
          <a:lstStyle/>
          <a:p>
            <a:fld id="{2E15449A-E018-43C0-BB8E-C2F2F76F33E2}" type="datetimeFigureOut">
              <a:rPr lang="en-GB" smtClean="0"/>
              <a:t>01/09/2025</a:t>
            </a:fld>
            <a:endParaRPr lang="en-GB"/>
          </a:p>
        </p:txBody>
      </p:sp>
      <p:sp>
        <p:nvSpPr>
          <p:cNvPr id="5" name="Footer Placeholder 4">
            <a:extLst>
              <a:ext uri="{FF2B5EF4-FFF2-40B4-BE49-F238E27FC236}">
                <a16:creationId xmlns:a16="http://schemas.microsoft.com/office/drawing/2014/main" id="{D3FA692A-F7E9-2DBE-C4D9-029E8B752AE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32A0E66-208B-5340-6FE6-5C260E693AC3}"/>
              </a:ext>
            </a:extLst>
          </p:cNvPr>
          <p:cNvSpPr>
            <a:spLocks noGrp="1"/>
          </p:cNvSpPr>
          <p:nvPr>
            <p:ph type="sldNum" sz="quarter" idx="12"/>
          </p:nvPr>
        </p:nvSpPr>
        <p:spPr/>
        <p:txBody>
          <a:bodyPr/>
          <a:lstStyle/>
          <a:p>
            <a:fld id="{7AEFCDAC-3870-41D0-8B1E-62562FC6B346}" type="slidenum">
              <a:rPr lang="en-GB" smtClean="0"/>
              <a:t>‹#›</a:t>
            </a:fld>
            <a:endParaRPr lang="en-GB"/>
          </a:p>
        </p:txBody>
      </p:sp>
      <p:sp>
        <p:nvSpPr>
          <p:cNvPr id="7" name="Rectangle 6">
            <a:extLst>
              <a:ext uri="{FF2B5EF4-FFF2-40B4-BE49-F238E27FC236}">
                <a16:creationId xmlns:a16="http://schemas.microsoft.com/office/drawing/2014/main" id="{0A11C886-A154-6F93-46FB-C0AA4192FFD2}"/>
              </a:ext>
            </a:extLst>
          </p:cNvPr>
          <p:cNvSpPr/>
          <p:nvPr userDrawn="1"/>
        </p:nvSpPr>
        <p:spPr>
          <a:xfrm>
            <a:off x="0" y="0"/>
            <a:ext cx="1103269" cy="6858001"/>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Picture 7" descr="A blue curved line on a black background&#10;&#10;Description automatically generated">
            <a:extLst>
              <a:ext uri="{FF2B5EF4-FFF2-40B4-BE49-F238E27FC236}">
                <a16:creationId xmlns:a16="http://schemas.microsoft.com/office/drawing/2014/main" id="{35BF81C0-29BC-DE3F-2D03-F6FAD04542C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340698" y="5823440"/>
            <a:ext cx="1796070" cy="898035"/>
          </a:xfrm>
          <a:prstGeom prst="rect">
            <a:avLst/>
          </a:prstGeom>
        </p:spPr>
      </p:pic>
      <p:sp>
        <p:nvSpPr>
          <p:cNvPr id="9" name="Speech Bubble: Rectangle 7">
            <a:extLst>
              <a:ext uri="{FF2B5EF4-FFF2-40B4-BE49-F238E27FC236}">
                <a16:creationId xmlns:a16="http://schemas.microsoft.com/office/drawing/2014/main" id="{BA7157C3-AD35-A307-0ACC-EE80D887EB0D}"/>
              </a:ext>
            </a:extLst>
          </p:cNvPr>
          <p:cNvSpPr>
            <a:spLocks noChangeAspect="1"/>
          </p:cNvSpPr>
          <p:nvPr userDrawn="1"/>
        </p:nvSpPr>
        <p:spPr>
          <a:xfrm rot="5400000" flipV="1">
            <a:off x="-3513761" y="2235539"/>
            <a:ext cx="7031736" cy="2405210"/>
          </a:xfrm>
          <a:custGeom>
            <a:avLst/>
            <a:gdLst>
              <a:gd name="connsiteX0" fmla="*/ 0 w 6858000"/>
              <a:gd name="connsiteY0" fmla="*/ 0 h 2178604"/>
              <a:gd name="connsiteX1" fmla="*/ 1143000 w 6858000"/>
              <a:gd name="connsiteY1" fmla="*/ 0 h 2178604"/>
              <a:gd name="connsiteX2" fmla="*/ 1143000 w 6858000"/>
              <a:gd name="connsiteY2" fmla="*/ 0 h 2178604"/>
              <a:gd name="connsiteX3" fmla="*/ 2857500 w 6858000"/>
              <a:gd name="connsiteY3" fmla="*/ 0 h 2178604"/>
              <a:gd name="connsiteX4" fmla="*/ 6858000 w 6858000"/>
              <a:gd name="connsiteY4" fmla="*/ 0 h 2178604"/>
              <a:gd name="connsiteX5" fmla="*/ 6858000 w 6858000"/>
              <a:gd name="connsiteY5" fmla="*/ 1270852 h 2178604"/>
              <a:gd name="connsiteX6" fmla="*/ 6858000 w 6858000"/>
              <a:gd name="connsiteY6" fmla="*/ 1270852 h 2178604"/>
              <a:gd name="connsiteX7" fmla="*/ 6858000 w 6858000"/>
              <a:gd name="connsiteY7" fmla="*/ 1815503 h 2178604"/>
              <a:gd name="connsiteX8" fmla="*/ 6858000 w 6858000"/>
              <a:gd name="connsiteY8" fmla="*/ 2178604 h 2178604"/>
              <a:gd name="connsiteX9" fmla="*/ 2857500 w 6858000"/>
              <a:gd name="connsiteY9" fmla="*/ 2178604 h 2178604"/>
              <a:gd name="connsiteX10" fmla="*/ 2000273 w 6858000"/>
              <a:gd name="connsiteY10" fmla="*/ 2450930 h 2178604"/>
              <a:gd name="connsiteX11" fmla="*/ 1143000 w 6858000"/>
              <a:gd name="connsiteY11" fmla="*/ 2178604 h 2178604"/>
              <a:gd name="connsiteX12" fmla="*/ 0 w 6858000"/>
              <a:gd name="connsiteY12" fmla="*/ 2178604 h 2178604"/>
              <a:gd name="connsiteX13" fmla="*/ 0 w 6858000"/>
              <a:gd name="connsiteY13" fmla="*/ 1815503 h 2178604"/>
              <a:gd name="connsiteX14" fmla="*/ 0 w 6858000"/>
              <a:gd name="connsiteY14" fmla="*/ 1270852 h 2178604"/>
              <a:gd name="connsiteX15" fmla="*/ 0 w 6858000"/>
              <a:gd name="connsiteY15" fmla="*/ 1270852 h 2178604"/>
              <a:gd name="connsiteX16" fmla="*/ 0 w 6858000"/>
              <a:gd name="connsiteY16" fmla="*/ 0 h 2178604"/>
              <a:gd name="connsiteX0" fmla="*/ 0 w 6858000"/>
              <a:gd name="connsiteY0" fmla="*/ 0 h 2450930"/>
              <a:gd name="connsiteX1" fmla="*/ 1143000 w 6858000"/>
              <a:gd name="connsiteY1" fmla="*/ 0 h 2450930"/>
              <a:gd name="connsiteX2" fmla="*/ 1143000 w 6858000"/>
              <a:gd name="connsiteY2" fmla="*/ 0 h 2450930"/>
              <a:gd name="connsiteX3" fmla="*/ 2857500 w 6858000"/>
              <a:gd name="connsiteY3" fmla="*/ 0 h 2450930"/>
              <a:gd name="connsiteX4" fmla="*/ 6858000 w 6858000"/>
              <a:gd name="connsiteY4" fmla="*/ 0 h 2450930"/>
              <a:gd name="connsiteX5" fmla="*/ 6858000 w 6858000"/>
              <a:gd name="connsiteY5" fmla="*/ 1270852 h 2450930"/>
              <a:gd name="connsiteX6" fmla="*/ 6858000 w 6858000"/>
              <a:gd name="connsiteY6" fmla="*/ 1270852 h 2450930"/>
              <a:gd name="connsiteX7" fmla="*/ 6858000 w 6858000"/>
              <a:gd name="connsiteY7" fmla="*/ 1815503 h 2450930"/>
              <a:gd name="connsiteX8" fmla="*/ 6858000 w 6858000"/>
              <a:gd name="connsiteY8" fmla="*/ 2178604 h 2450930"/>
              <a:gd name="connsiteX9" fmla="*/ 2857500 w 6858000"/>
              <a:gd name="connsiteY9" fmla="*/ 2178604 h 2450930"/>
              <a:gd name="connsiteX10" fmla="*/ 2000273 w 6858000"/>
              <a:gd name="connsiteY10" fmla="*/ 2450930 h 2450930"/>
              <a:gd name="connsiteX11" fmla="*/ 1287379 w 6858000"/>
              <a:gd name="connsiteY11" fmla="*/ 2174594 h 2450930"/>
              <a:gd name="connsiteX12" fmla="*/ 0 w 6858000"/>
              <a:gd name="connsiteY12" fmla="*/ 2178604 h 2450930"/>
              <a:gd name="connsiteX13" fmla="*/ 0 w 6858000"/>
              <a:gd name="connsiteY13" fmla="*/ 1815503 h 2450930"/>
              <a:gd name="connsiteX14" fmla="*/ 0 w 6858000"/>
              <a:gd name="connsiteY14" fmla="*/ 1270852 h 2450930"/>
              <a:gd name="connsiteX15" fmla="*/ 0 w 6858000"/>
              <a:gd name="connsiteY15" fmla="*/ 1270852 h 2450930"/>
              <a:gd name="connsiteX16" fmla="*/ 0 w 6858000"/>
              <a:gd name="connsiteY16" fmla="*/ 0 h 2450930"/>
              <a:gd name="connsiteX0" fmla="*/ 0 w 6858000"/>
              <a:gd name="connsiteY0" fmla="*/ 0 h 2450930"/>
              <a:gd name="connsiteX1" fmla="*/ 1143000 w 6858000"/>
              <a:gd name="connsiteY1" fmla="*/ 0 h 2450930"/>
              <a:gd name="connsiteX2" fmla="*/ 1143000 w 6858000"/>
              <a:gd name="connsiteY2" fmla="*/ 0 h 2450930"/>
              <a:gd name="connsiteX3" fmla="*/ 2857500 w 6858000"/>
              <a:gd name="connsiteY3" fmla="*/ 0 h 2450930"/>
              <a:gd name="connsiteX4" fmla="*/ 6858000 w 6858000"/>
              <a:gd name="connsiteY4" fmla="*/ 0 h 2450930"/>
              <a:gd name="connsiteX5" fmla="*/ 6858000 w 6858000"/>
              <a:gd name="connsiteY5" fmla="*/ 1270852 h 2450930"/>
              <a:gd name="connsiteX6" fmla="*/ 6858000 w 6858000"/>
              <a:gd name="connsiteY6" fmla="*/ 1270852 h 2450930"/>
              <a:gd name="connsiteX7" fmla="*/ 6858000 w 6858000"/>
              <a:gd name="connsiteY7" fmla="*/ 1815503 h 2450930"/>
              <a:gd name="connsiteX8" fmla="*/ 6858000 w 6858000"/>
              <a:gd name="connsiteY8" fmla="*/ 2178604 h 2450930"/>
              <a:gd name="connsiteX9" fmla="*/ 2705100 w 6858000"/>
              <a:gd name="connsiteY9" fmla="*/ 2166573 h 2450930"/>
              <a:gd name="connsiteX10" fmla="*/ 2000273 w 6858000"/>
              <a:gd name="connsiteY10" fmla="*/ 2450930 h 2450930"/>
              <a:gd name="connsiteX11" fmla="*/ 1287379 w 6858000"/>
              <a:gd name="connsiteY11" fmla="*/ 2174594 h 2450930"/>
              <a:gd name="connsiteX12" fmla="*/ 0 w 6858000"/>
              <a:gd name="connsiteY12" fmla="*/ 2178604 h 2450930"/>
              <a:gd name="connsiteX13" fmla="*/ 0 w 6858000"/>
              <a:gd name="connsiteY13" fmla="*/ 1815503 h 2450930"/>
              <a:gd name="connsiteX14" fmla="*/ 0 w 6858000"/>
              <a:gd name="connsiteY14" fmla="*/ 1270852 h 2450930"/>
              <a:gd name="connsiteX15" fmla="*/ 0 w 6858000"/>
              <a:gd name="connsiteY15" fmla="*/ 1270852 h 2450930"/>
              <a:gd name="connsiteX16" fmla="*/ 0 w 6858000"/>
              <a:gd name="connsiteY16" fmla="*/ 0 h 2450930"/>
              <a:gd name="connsiteX0" fmla="*/ 0 w 6858000"/>
              <a:gd name="connsiteY0" fmla="*/ 0 h 2450930"/>
              <a:gd name="connsiteX1" fmla="*/ 1143000 w 6858000"/>
              <a:gd name="connsiteY1" fmla="*/ 0 h 2450930"/>
              <a:gd name="connsiteX2" fmla="*/ 1143000 w 6858000"/>
              <a:gd name="connsiteY2" fmla="*/ 0 h 2450930"/>
              <a:gd name="connsiteX3" fmla="*/ 2857500 w 6858000"/>
              <a:gd name="connsiteY3" fmla="*/ 0 h 2450930"/>
              <a:gd name="connsiteX4" fmla="*/ 6858000 w 6858000"/>
              <a:gd name="connsiteY4" fmla="*/ 0 h 2450930"/>
              <a:gd name="connsiteX5" fmla="*/ 6858000 w 6858000"/>
              <a:gd name="connsiteY5" fmla="*/ 1270852 h 2450930"/>
              <a:gd name="connsiteX6" fmla="*/ 6858000 w 6858000"/>
              <a:gd name="connsiteY6" fmla="*/ 1270852 h 2450930"/>
              <a:gd name="connsiteX7" fmla="*/ 6858000 w 6858000"/>
              <a:gd name="connsiteY7" fmla="*/ 1815503 h 2450930"/>
              <a:gd name="connsiteX8" fmla="*/ 6858000 w 6858000"/>
              <a:gd name="connsiteY8" fmla="*/ 2178604 h 2450930"/>
              <a:gd name="connsiteX9" fmla="*/ 2705100 w 6858000"/>
              <a:gd name="connsiteY9" fmla="*/ 2166573 h 2450930"/>
              <a:gd name="connsiteX10" fmla="*/ 2000273 w 6858000"/>
              <a:gd name="connsiteY10" fmla="*/ 2450930 h 2450930"/>
              <a:gd name="connsiteX11" fmla="*/ 423271 w 6858000"/>
              <a:gd name="connsiteY11" fmla="*/ 2188310 h 2450930"/>
              <a:gd name="connsiteX12" fmla="*/ 0 w 6858000"/>
              <a:gd name="connsiteY12" fmla="*/ 2178604 h 2450930"/>
              <a:gd name="connsiteX13" fmla="*/ 0 w 6858000"/>
              <a:gd name="connsiteY13" fmla="*/ 1815503 h 2450930"/>
              <a:gd name="connsiteX14" fmla="*/ 0 w 6858000"/>
              <a:gd name="connsiteY14" fmla="*/ 1270852 h 2450930"/>
              <a:gd name="connsiteX15" fmla="*/ 0 w 6858000"/>
              <a:gd name="connsiteY15" fmla="*/ 1270852 h 2450930"/>
              <a:gd name="connsiteX16" fmla="*/ 0 w 6858000"/>
              <a:gd name="connsiteY16" fmla="*/ 0 h 2450930"/>
              <a:gd name="connsiteX0" fmla="*/ 0 w 6858000"/>
              <a:gd name="connsiteY0" fmla="*/ 0 h 2405210"/>
              <a:gd name="connsiteX1" fmla="*/ 1143000 w 6858000"/>
              <a:gd name="connsiteY1" fmla="*/ 0 h 2405210"/>
              <a:gd name="connsiteX2" fmla="*/ 1143000 w 6858000"/>
              <a:gd name="connsiteY2" fmla="*/ 0 h 2405210"/>
              <a:gd name="connsiteX3" fmla="*/ 2857500 w 6858000"/>
              <a:gd name="connsiteY3" fmla="*/ 0 h 2405210"/>
              <a:gd name="connsiteX4" fmla="*/ 6858000 w 6858000"/>
              <a:gd name="connsiteY4" fmla="*/ 0 h 2405210"/>
              <a:gd name="connsiteX5" fmla="*/ 6858000 w 6858000"/>
              <a:gd name="connsiteY5" fmla="*/ 1270852 h 2405210"/>
              <a:gd name="connsiteX6" fmla="*/ 6858000 w 6858000"/>
              <a:gd name="connsiteY6" fmla="*/ 1270852 h 2405210"/>
              <a:gd name="connsiteX7" fmla="*/ 6858000 w 6858000"/>
              <a:gd name="connsiteY7" fmla="*/ 1815503 h 2405210"/>
              <a:gd name="connsiteX8" fmla="*/ 6858000 w 6858000"/>
              <a:gd name="connsiteY8" fmla="*/ 2178604 h 2405210"/>
              <a:gd name="connsiteX9" fmla="*/ 2705100 w 6858000"/>
              <a:gd name="connsiteY9" fmla="*/ 2166573 h 2405210"/>
              <a:gd name="connsiteX10" fmla="*/ 967001 w 6858000"/>
              <a:gd name="connsiteY10" fmla="*/ 2405210 h 2405210"/>
              <a:gd name="connsiteX11" fmla="*/ 423271 w 6858000"/>
              <a:gd name="connsiteY11" fmla="*/ 2188310 h 2405210"/>
              <a:gd name="connsiteX12" fmla="*/ 0 w 6858000"/>
              <a:gd name="connsiteY12" fmla="*/ 2178604 h 2405210"/>
              <a:gd name="connsiteX13" fmla="*/ 0 w 6858000"/>
              <a:gd name="connsiteY13" fmla="*/ 1815503 h 2405210"/>
              <a:gd name="connsiteX14" fmla="*/ 0 w 6858000"/>
              <a:gd name="connsiteY14" fmla="*/ 1270852 h 2405210"/>
              <a:gd name="connsiteX15" fmla="*/ 0 w 6858000"/>
              <a:gd name="connsiteY15" fmla="*/ 1270852 h 2405210"/>
              <a:gd name="connsiteX16" fmla="*/ 0 w 6858000"/>
              <a:gd name="connsiteY16" fmla="*/ 0 h 2405210"/>
              <a:gd name="connsiteX0" fmla="*/ 0 w 6858000"/>
              <a:gd name="connsiteY0" fmla="*/ 0 h 2405210"/>
              <a:gd name="connsiteX1" fmla="*/ 1143000 w 6858000"/>
              <a:gd name="connsiteY1" fmla="*/ 0 h 2405210"/>
              <a:gd name="connsiteX2" fmla="*/ 1143000 w 6858000"/>
              <a:gd name="connsiteY2" fmla="*/ 0 h 2405210"/>
              <a:gd name="connsiteX3" fmla="*/ 2857500 w 6858000"/>
              <a:gd name="connsiteY3" fmla="*/ 0 h 2405210"/>
              <a:gd name="connsiteX4" fmla="*/ 6858000 w 6858000"/>
              <a:gd name="connsiteY4" fmla="*/ 0 h 2405210"/>
              <a:gd name="connsiteX5" fmla="*/ 6858000 w 6858000"/>
              <a:gd name="connsiteY5" fmla="*/ 1270852 h 2405210"/>
              <a:gd name="connsiteX6" fmla="*/ 6858000 w 6858000"/>
              <a:gd name="connsiteY6" fmla="*/ 1270852 h 2405210"/>
              <a:gd name="connsiteX7" fmla="*/ 6858000 w 6858000"/>
              <a:gd name="connsiteY7" fmla="*/ 1815503 h 2405210"/>
              <a:gd name="connsiteX8" fmla="*/ 6858000 w 6858000"/>
              <a:gd name="connsiteY8" fmla="*/ 2178604 h 2405210"/>
              <a:gd name="connsiteX9" fmla="*/ 1278636 w 6858000"/>
              <a:gd name="connsiteY9" fmla="*/ 2171145 h 2405210"/>
              <a:gd name="connsiteX10" fmla="*/ 967001 w 6858000"/>
              <a:gd name="connsiteY10" fmla="*/ 2405210 h 2405210"/>
              <a:gd name="connsiteX11" fmla="*/ 423271 w 6858000"/>
              <a:gd name="connsiteY11" fmla="*/ 2188310 h 2405210"/>
              <a:gd name="connsiteX12" fmla="*/ 0 w 6858000"/>
              <a:gd name="connsiteY12" fmla="*/ 2178604 h 2405210"/>
              <a:gd name="connsiteX13" fmla="*/ 0 w 6858000"/>
              <a:gd name="connsiteY13" fmla="*/ 1815503 h 2405210"/>
              <a:gd name="connsiteX14" fmla="*/ 0 w 6858000"/>
              <a:gd name="connsiteY14" fmla="*/ 1270852 h 2405210"/>
              <a:gd name="connsiteX15" fmla="*/ 0 w 6858000"/>
              <a:gd name="connsiteY15" fmla="*/ 1270852 h 2405210"/>
              <a:gd name="connsiteX16" fmla="*/ 0 w 6858000"/>
              <a:gd name="connsiteY16" fmla="*/ 0 h 2405210"/>
              <a:gd name="connsiteX0" fmla="*/ 0 w 6858000"/>
              <a:gd name="connsiteY0" fmla="*/ 0 h 2405210"/>
              <a:gd name="connsiteX1" fmla="*/ 1143000 w 6858000"/>
              <a:gd name="connsiteY1" fmla="*/ 0 h 2405210"/>
              <a:gd name="connsiteX2" fmla="*/ 1143000 w 6858000"/>
              <a:gd name="connsiteY2" fmla="*/ 0 h 2405210"/>
              <a:gd name="connsiteX3" fmla="*/ 2857500 w 6858000"/>
              <a:gd name="connsiteY3" fmla="*/ 0 h 2405210"/>
              <a:gd name="connsiteX4" fmla="*/ 6858000 w 6858000"/>
              <a:gd name="connsiteY4" fmla="*/ 0 h 2405210"/>
              <a:gd name="connsiteX5" fmla="*/ 6858000 w 6858000"/>
              <a:gd name="connsiteY5" fmla="*/ 1270852 h 2405210"/>
              <a:gd name="connsiteX6" fmla="*/ 6858000 w 6858000"/>
              <a:gd name="connsiteY6" fmla="*/ 1270852 h 2405210"/>
              <a:gd name="connsiteX7" fmla="*/ 6858000 w 6858000"/>
              <a:gd name="connsiteY7" fmla="*/ 1815503 h 2405210"/>
              <a:gd name="connsiteX8" fmla="*/ 6858000 w 6858000"/>
              <a:gd name="connsiteY8" fmla="*/ 2178604 h 2405210"/>
              <a:gd name="connsiteX9" fmla="*/ 1415796 w 6858000"/>
              <a:gd name="connsiteY9" fmla="*/ 2162001 h 2405210"/>
              <a:gd name="connsiteX10" fmla="*/ 967001 w 6858000"/>
              <a:gd name="connsiteY10" fmla="*/ 2405210 h 2405210"/>
              <a:gd name="connsiteX11" fmla="*/ 423271 w 6858000"/>
              <a:gd name="connsiteY11" fmla="*/ 2188310 h 2405210"/>
              <a:gd name="connsiteX12" fmla="*/ 0 w 6858000"/>
              <a:gd name="connsiteY12" fmla="*/ 2178604 h 2405210"/>
              <a:gd name="connsiteX13" fmla="*/ 0 w 6858000"/>
              <a:gd name="connsiteY13" fmla="*/ 1815503 h 2405210"/>
              <a:gd name="connsiteX14" fmla="*/ 0 w 6858000"/>
              <a:gd name="connsiteY14" fmla="*/ 1270852 h 2405210"/>
              <a:gd name="connsiteX15" fmla="*/ 0 w 6858000"/>
              <a:gd name="connsiteY15" fmla="*/ 1270852 h 2405210"/>
              <a:gd name="connsiteX16" fmla="*/ 0 w 6858000"/>
              <a:gd name="connsiteY16" fmla="*/ 0 h 2405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8000" h="2405210">
                <a:moveTo>
                  <a:pt x="0" y="0"/>
                </a:moveTo>
                <a:lnTo>
                  <a:pt x="1143000" y="0"/>
                </a:lnTo>
                <a:lnTo>
                  <a:pt x="1143000" y="0"/>
                </a:lnTo>
                <a:lnTo>
                  <a:pt x="2857500" y="0"/>
                </a:lnTo>
                <a:lnTo>
                  <a:pt x="6858000" y="0"/>
                </a:lnTo>
                <a:lnTo>
                  <a:pt x="6858000" y="1270852"/>
                </a:lnTo>
                <a:lnTo>
                  <a:pt x="6858000" y="1270852"/>
                </a:lnTo>
                <a:lnTo>
                  <a:pt x="6858000" y="1815503"/>
                </a:lnTo>
                <a:lnTo>
                  <a:pt x="6858000" y="2178604"/>
                </a:lnTo>
                <a:lnTo>
                  <a:pt x="1415796" y="2162001"/>
                </a:lnTo>
                <a:lnTo>
                  <a:pt x="967001" y="2405210"/>
                </a:lnTo>
                <a:lnTo>
                  <a:pt x="423271" y="2188310"/>
                </a:lnTo>
                <a:lnTo>
                  <a:pt x="0" y="2178604"/>
                </a:lnTo>
                <a:lnTo>
                  <a:pt x="0" y="1815503"/>
                </a:lnTo>
                <a:lnTo>
                  <a:pt x="0" y="1270852"/>
                </a:lnTo>
                <a:lnTo>
                  <a:pt x="0" y="1270852"/>
                </a:lnTo>
                <a:lnTo>
                  <a:pt x="0" y="0"/>
                </a:lnTo>
                <a:close/>
              </a:path>
            </a:pathLst>
          </a:custGeom>
          <a:blipFill dpi="0" rotWithShape="0">
            <a:blip r:embed="rId3">
              <a:extLst>
                <a:ext uri="{28A0092B-C50C-407E-A947-70E740481C1C}">
                  <a14:useLocalDpi xmlns:a14="http://schemas.microsoft.com/office/drawing/2010/main" val="0"/>
                </a:ext>
              </a:extLst>
            </a:blip>
            <a:srcRect/>
            <a:stretch>
              <a:fillRect l="-149006" r="-149006"/>
            </a:stretch>
          </a:blip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cxnSp>
        <p:nvCxnSpPr>
          <p:cNvPr id="13" name="Straight Connector 12">
            <a:extLst>
              <a:ext uri="{FF2B5EF4-FFF2-40B4-BE49-F238E27FC236}">
                <a16:creationId xmlns:a16="http://schemas.microsoft.com/office/drawing/2014/main" id="{3E992D30-13D4-1F12-9124-8D6045ACEFF5}"/>
              </a:ext>
            </a:extLst>
          </p:cNvPr>
          <p:cNvCxnSpPr>
            <a:cxnSpLocks/>
          </p:cNvCxnSpPr>
          <p:nvPr userDrawn="1"/>
        </p:nvCxnSpPr>
        <p:spPr>
          <a:xfrm>
            <a:off x="1545988" y="1287379"/>
            <a:ext cx="10389338" cy="0"/>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10157393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1C06C-9134-6559-C71D-B392BB5DBFB5}"/>
              </a:ext>
            </a:extLst>
          </p:cNvPr>
          <p:cNvSpPr>
            <a:spLocks noGrp="1"/>
          </p:cNvSpPr>
          <p:nvPr>
            <p:ph type="title"/>
          </p:nvPr>
        </p:nvSpPr>
        <p:spPr>
          <a:xfrm>
            <a:off x="1887053" y="568632"/>
            <a:ext cx="9891864" cy="778406"/>
          </a:xfrm>
          <a:solidFill>
            <a:schemeClr val="accent5">
              <a:lumMod val="75000"/>
            </a:schemeClr>
          </a:solidFill>
        </p:spPr>
        <p:txBody>
          <a:bodyPr/>
          <a:lstStyle>
            <a:lvl1pPr>
              <a:defRPr>
                <a:solidFill>
                  <a:schemeClr val="bg1"/>
                </a:solidFill>
              </a:defRPr>
            </a:lvl1p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230AAFB5-3B59-C414-FBD7-1ED5DA5D93FB}"/>
              </a:ext>
            </a:extLst>
          </p:cNvPr>
          <p:cNvSpPr>
            <a:spLocks noGrp="1"/>
          </p:cNvSpPr>
          <p:nvPr>
            <p:ph idx="1"/>
          </p:nvPr>
        </p:nvSpPr>
        <p:spPr>
          <a:xfrm>
            <a:off x="1887052" y="1583394"/>
            <a:ext cx="9891864" cy="4506501"/>
          </a:xfrm>
        </p:spPr>
        <p:txBody>
          <a:bodyPr/>
          <a:lstStyle>
            <a:lvl1pPr marL="457200" indent="-457200">
              <a:buClr>
                <a:schemeClr val="accent5">
                  <a:lumMod val="75000"/>
                </a:schemeClr>
              </a:buClr>
              <a:buFont typeface="Wingdings" panose="05000000000000000000" pitchFamily="2" charset="2"/>
              <a:buChar char="§"/>
              <a:defRPr sz="2400">
                <a:solidFill>
                  <a:schemeClr val="tx2"/>
                </a:solidFill>
              </a:defRPr>
            </a:lvl1pPr>
            <a:lvl2pPr marL="800100" indent="-342900">
              <a:buClr>
                <a:schemeClr val="accent5">
                  <a:lumMod val="75000"/>
                </a:schemeClr>
              </a:buClr>
              <a:buFont typeface="Wingdings" panose="05000000000000000000" pitchFamily="2" charset="2"/>
              <a:buChar char="§"/>
              <a:defRPr sz="2000">
                <a:solidFill>
                  <a:schemeClr val="tx2"/>
                </a:solidFill>
              </a:defRPr>
            </a:lvl2pPr>
            <a:lvl3pPr marL="1257300" indent="-342900">
              <a:buClr>
                <a:schemeClr val="accent5">
                  <a:lumMod val="75000"/>
                </a:schemeClr>
              </a:buClr>
              <a:buFont typeface="Wingdings" panose="05000000000000000000" pitchFamily="2" charset="2"/>
              <a:buChar char="§"/>
              <a:defRPr>
                <a:solidFill>
                  <a:schemeClr val="tx2"/>
                </a:solidFill>
              </a:defRPr>
            </a:lvl3pPr>
            <a:lvl4pPr marL="1657350" indent="-285750">
              <a:buClr>
                <a:schemeClr val="accent5">
                  <a:lumMod val="75000"/>
                </a:schemeClr>
              </a:buClr>
              <a:buFont typeface="Wingdings" panose="05000000000000000000" pitchFamily="2" charset="2"/>
              <a:buChar char="§"/>
              <a:defRPr>
                <a:solidFill>
                  <a:schemeClr val="tx2"/>
                </a:solidFill>
              </a:defRPr>
            </a:lvl4pPr>
            <a:lvl5pPr marL="2114550" indent="-285750">
              <a:buClr>
                <a:schemeClr val="accent5">
                  <a:lumMod val="75000"/>
                </a:schemeClr>
              </a:buClr>
              <a:buFont typeface="Wingdings" panose="05000000000000000000" pitchFamily="2" charset="2"/>
              <a:buChar cha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a:extLst>
              <a:ext uri="{FF2B5EF4-FFF2-40B4-BE49-F238E27FC236}">
                <a16:creationId xmlns:a16="http://schemas.microsoft.com/office/drawing/2014/main" id="{FF83C479-72A1-07A0-F66F-E771BFAC603B}"/>
              </a:ext>
            </a:extLst>
          </p:cNvPr>
          <p:cNvSpPr>
            <a:spLocks noGrp="1"/>
          </p:cNvSpPr>
          <p:nvPr>
            <p:ph type="dt" sz="half" idx="10"/>
          </p:nvPr>
        </p:nvSpPr>
        <p:spPr/>
        <p:txBody>
          <a:bodyPr/>
          <a:lstStyle/>
          <a:p>
            <a:fld id="{2E15449A-E018-43C0-BB8E-C2F2F76F33E2}" type="datetimeFigureOut">
              <a:rPr lang="en-GB" smtClean="0"/>
              <a:t>01/09/2025</a:t>
            </a:fld>
            <a:endParaRPr lang="en-GB"/>
          </a:p>
        </p:txBody>
      </p:sp>
      <p:sp>
        <p:nvSpPr>
          <p:cNvPr id="5" name="Footer Placeholder 4">
            <a:extLst>
              <a:ext uri="{FF2B5EF4-FFF2-40B4-BE49-F238E27FC236}">
                <a16:creationId xmlns:a16="http://schemas.microsoft.com/office/drawing/2014/main" id="{D3FA692A-F7E9-2DBE-C4D9-029E8B752AE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32A0E66-208B-5340-6FE6-5C260E693AC3}"/>
              </a:ext>
            </a:extLst>
          </p:cNvPr>
          <p:cNvSpPr>
            <a:spLocks noGrp="1"/>
          </p:cNvSpPr>
          <p:nvPr>
            <p:ph type="sldNum" sz="quarter" idx="12"/>
          </p:nvPr>
        </p:nvSpPr>
        <p:spPr/>
        <p:txBody>
          <a:bodyPr/>
          <a:lstStyle/>
          <a:p>
            <a:fld id="{7AEFCDAC-3870-41D0-8B1E-62562FC6B346}" type="slidenum">
              <a:rPr lang="en-GB" smtClean="0"/>
              <a:t>‹#›</a:t>
            </a:fld>
            <a:endParaRPr lang="en-GB"/>
          </a:p>
        </p:txBody>
      </p:sp>
      <p:sp>
        <p:nvSpPr>
          <p:cNvPr id="7" name="Rectangle 6">
            <a:extLst>
              <a:ext uri="{FF2B5EF4-FFF2-40B4-BE49-F238E27FC236}">
                <a16:creationId xmlns:a16="http://schemas.microsoft.com/office/drawing/2014/main" id="{0A11C886-A154-6F93-46FB-C0AA4192FFD2}"/>
              </a:ext>
            </a:extLst>
          </p:cNvPr>
          <p:cNvSpPr/>
          <p:nvPr userDrawn="1"/>
        </p:nvSpPr>
        <p:spPr>
          <a:xfrm>
            <a:off x="0" y="0"/>
            <a:ext cx="1103269" cy="6858001"/>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9" name="Picture 8" descr="A blue curved line on a black background&#10;&#10;Description automatically generated">
            <a:extLst>
              <a:ext uri="{FF2B5EF4-FFF2-40B4-BE49-F238E27FC236}">
                <a16:creationId xmlns:a16="http://schemas.microsoft.com/office/drawing/2014/main" id="{54FF9439-2BED-603C-D586-E980797F8A5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79362" y="5823440"/>
            <a:ext cx="1796070" cy="898035"/>
          </a:xfrm>
          <a:prstGeom prst="rect">
            <a:avLst/>
          </a:prstGeom>
        </p:spPr>
      </p:pic>
      <p:sp>
        <p:nvSpPr>
          <p:cNvPr id="10" name="Speech Bubble: Rectangle 7">
            <a:extLst>
              <a:ext uri="{FF2B5EF4-FFF2-40B4-BE49-F238E27FC236}">
                <a16:creationId xmlns:a16="http://schemas.microsoft.com/office/drawing/2014/main" id="{FCEBA0F6-3AEE-2EA6-1A95-5562B02C1EC3}"/>
              </a:ext>
            </a:extLst>
          </p:cNvPr>
          <p:cNvSpPr>
            <a:spLocks noChangeAspect="1"/>
          </p:cNvSpPr>
          <p:nvPr userDrawn="1"/>
        </p:nvSpPr>
        <p:spPr>
          <a:xfrm rot="5400000" flipV="1">
            <a:off x="-3513761" y="2235539"/>
            <a:ext cx="7031736" cy="2405210"/>
          </a:xfrm>
          <a:custGeom>
            <a:avLst/>
            <a:gdLst>
              <a:gd name="connsiteX0" fmla="*/ 0 w 6858000"/>
              <a:gd name="connsiteY0" fmla="*/ 0 h 2178604"/>
              <a:gd name="connsiteX1" fmla="*/ 1143000 w 6858000"/>
              <a:gd name="connsiteY1" fmla="*/ 0 h 2178604"/>
              <a:gd name="connsiteX2" fmla="*/ 1143000 w 6858000"/>
              <a:gd name="connsiteY2" fmla="*/ 0 h 2178604"/>
              <a:gd name="connsiteX3" fmla="*/ 2857500 w 6858000"/>
              <a:gd name="connsiteY3" fmla="*/ 0 h 2178604"/>
              <a:gd name="connsiteX4" fmla="*/ 6858000 w 6858000"/>
              <a:gd name="connsiteY4" fmla="*/ 0 h 2178604"/>
              <a:gd name="connsiteX5" fmla="*/ 6858000 w 6858000"/>
              <a:gd name="connsiteY5" fmla="*/ 1270852 h 2178604"/>
              <a:gd name="connsiteX6" fmla="*/ 6858000 w 6858000"/>
              <a:gd name="connsiteY6" fmla="*/ 1270852 h 2178604"/>
              <a:gd name="connsiteX7" fmla="*/ 6858000 w 6858000"/>
              <a:gd name="connsiteY7" fmla="*/ 1815503 h 2178604"/>
              <a:gd name="connsiteX8" fmla="*/ 6858000 w 6858000"/>
              <a:gd name="connsiteY8" fmla="*/ 2178604 h 2178604"/>
              <a:gd name="connsiteX9" fmla="*/ 2857500 w 6858000"/>
              <a:gd name="connsiteY9" fmla="*/ 2178604 h 2178604"/>
              <a:gd name="connsiteX10" fmla="*/ 2000273 w 6858000"/>
              <a:gd name="connsiteY10" fmla="*/ 2450930 h 2178604"/>
              <a:gd name="connsiteX11" fmla="*/ 1143000 w 6858000"/>
              <a:gd name="connsiteY11" fmla="*/ 2178604 h 2178604"/>
              <a:gd name="connsiteX12" fmla="*/ 0 w 6858000"/>
              <a:gd name="connsiteY12" fmla="*/ 2178604 h 2178604"/>
              <a:gd name="connsiteX13" fmla="*/ 0 w 6858000"/>
              <a:gd name="connsiteY13" fmla="*/ 1815503 h 2178604"/>
              <a:gd name="connsiteX14" fmla="*/ 0 w 6858000"/>
              <a:gd name="connsiteY14" fmla="*/ 1270852 h 2178604"/>
              <a:gd name="connsiteX15" fmla="*/ 0 w 6858000"/>
              <a:gd name="connsiteY15" fmla="*/ 1270852 h 2178604"/>
              <a:gd name="connsiteX16" fmla="*/ 0 w 6858000"/>
              <a:gd name="connsiteY16" fmla="*/ 0 h 2178604"/>
              <a:gd name="connsiteX0" fmla="*/ 0 w 6858000"/>
              <a:gd name="connsiteY0" fmla="*/ 0 h 2450930"/>
              <a:gd name="connsiteX1" fmla="*/ 1143000 w 6858000"/>
              <a:gd name="connsiteY1" fmla="*/ 0 h 2450930"/>
              <a:gd name="connsiteX2" fmla="*/ 1143000 w 6858000"/>
              <a:gd name="connsiteY2" fmla="*/ 0 h 2450930"/>
              <a:gd name="connsiteX3" fmla="*/ 2857500 w 6858000"/>
              <a:gd name="connsiteY3" fmla="*/ 0 h 2450930"/>
              <a:gd name="connsiteX4" fmla="*/ 6858000 w 6858000"/>
              <a:gd name="connsiteY4" fmla="*/ 0 h 2450930"/>
              <a:gd name="connsiteX5" fmla="*/ 6858000 w 6858000"/>
              <a:gd name="connsiteY5" fmla="*/ 1270852 h 2450930"/>
              <a:gd name="connsiteX6" fmla="*/ 6858000 w 6858000"/>
              <a:gd name="connsiteY6" fmla="*/ 1270852 h 2450930"/>
              <a:gd name="connsiteX7" fmla="*/ 6858000 w 6858000"/>
              <a:gd name="connsiteY7" fmla="*/ 1815503 h 2450930"/>
              <a:gd name="connsiteX8" fmla="*/ 6858000 w 6858000"/>
              <a:gd name="connsiteY8" fmla="*/ 2178604 h 2450930"/>
              <a:gd name="connsiteX9" fmla="*/ 2857500 w 6858000"/>
              <a:gd name="connsiteY9" fmla="*/ 2178604 h 2450930"/>
              <a:gd name="connsiteX10" fmla="*/ 2000273 w 6858000"/>
              <a:gd name="connsiteY10" fmla="*/ 2450930 h 2450930"/>
              <a:gd name="connsiteX11" fmla="*/ 1287379 w 6858000"/>
              <a:gd name="connsiteY11" fmla="*/ 2174594 h 2450930"/>
              <a:gd name="connsiteX12" fmla="*/ 0 w 6858000"/>
              <a:gd name="connsiteY12" fmla="*/ 2178604 h 2450930"/>
              <a:gd name="connsiteX13" fmla="*/ 0 w 6858000"/>
              <a:gd name="connsiteY13" fmla="*/ 1815503 h 2450930"/>
              <a:gd name="connsiteX14" fmla="*/ 0 w 6858000"/>
              <a:gd name="connsiteY14" fmla="*/ 1270852 h 2450930"/>
              <a:gd name="connsiteX15" fmla="*/ 0 w 6858000"/>
              <a:gd name="connsiteY15" fmla="*/ 1270852 h 2450930"/>
              <a:gd name="connsiteX16" fmla="*/ 0 w 6858000"/>
              <a:gd name="connsiteY16" fmla="*/ 0 h 2450930"/>
              <a:gd name="connsiteX0" fmla="*/ 0 w 6858000"/>
              <a:gd name="connsiteY0" fmla="*/ 0 h 2450930"/>
              <a:gd name="connsiteX1" fmla="*/ 1143000 w 6858000"/>
              <a:gd name="connsiteY1" fmla="*/ 0 h 2450930"/>
              <a:gd name="connsiteX2" fmla="*/ 1143000 w 6858000"/>
              <a:gd name="connsiteY2" fmla="*/ 0 h 2450930"/>
              <a:gd name="connsiteX3" fmla="*/ 2857500 w 6858000"/>
              <a:gd name="connsiteY3" fmla="*/ 0 h 2450930"/>
              <a:gd name="connsiteX4" fmla="*/ 6858000 w 6858000"/>
              <a:gd name="connsiteY4" fmla="*/ 0 h 2450930"/>
              <a:gd name="connsiteX5" fmla="*/ 6858000 w 6858000"/>
              <a:gd name="connsiteY5" fmla="*/ 1270852 h 2450930"/>
              <a:gd name="connsiteX6" fmla="*/ 6858000 w 6858000"/>
              <a:gd name="connsiteY6" fmla="*/ 1270852 h 2450930"/>
              <a:gd name="connsiteX7" fmla="*/ 6858000 w 6858000"/>
              <a:gd name="connsiteY7" fmla="*/ 1815503 h 2450930"/>
              <a:gd name="connsiteX8" fmla="*/ 6858000 w 6858000"/>
              <a:gd name="connsiteY8" fmla="*/ 2178604 h 2450930"/>
              <a:gd name="connsiteX9" fmla="*/ 2705100 w 6858000"/>
              <a:gd name="connsiteY9" fmla="*/ 2166573 h 2450930"/>
              <a:gd name="connsiteX10" fmla="*/ 2000273 w 6858000"/>
              <a:gd name="connsiteY10" fmla="*/ 2450930 h 2450930"/>
              <a:gd name="connsiteX11" fmla="*/ 1287379 w 6858000"/>
              <a:gd name="connsiteY11" fmla="*/ 2174594 h 2450930"/>
              <a:gd name="connsiteX12" fmla="*/ 0 w 6858000"/>
              <a:gd name="connsiteY12" fmla="*/ 2178604 h 2450930"/>
              <a:gd name="connsiteX13" fmla="*/ 0 w 6858000"/>
              <a:gd name="connsiteY13" fmla="*/ 1815503 h 2450930"/>
              <a:gd name="connsiteX14" fmla="*/ 0 w 6858000"/>
              <a:gd name="connsiteY14" fmla="*/ 1270852 h 2450930"/>
              <a:gd name="connsiteX15" fmla="*/ 0 w 6858000"/>
              <a:gd name="connsiteY15" fmla="*/ 1270852 h 2450930"/>
              <a:gd name="connsiteX16" fmla="*/ 0 w 6858000"/>
              <a:gd name="connsiteY16" fmla="*/ 0 h 2450930"/>
              <a:gd name="connsiteX0" fmla="*/ 0 w 6858000"/>
              <a:gd name="connsiteY0" fmla="*/ 0 h 2450930"/>
              <a:gd name="connsiteX1" fmla="*/ 1143000 w 6858000"/>
              <a:gd name="connsiteY1" fmla="*/ 0 h 2450930"/>
              <a:gd name="connsiteX2" fmla="*/ 1143000 w 6858000"/>
              <a:gd name="connsiteY2" fmla="*/ 0 h 2450930"/>
              <a:gd name="connsiteX3" fmla="*/ 2857500 w 6858000"/>
              <a:gd name="connsiteY3" fmla="*/ 0 h 2450930"/>
              <a:gd name="connsiteX4" fmla="*/ 6858000 w 6858000"/>
              <a:gd name="connsiteY4" fmla="*/ 0 h 2450930"/>
              <a:gd name="connsiteX5" fmla="*/ 6858000 w 6858000"/>
              <a:gd name="connsiteY5" fmla="*/ 1270852 h 2450930"/>
              <a:gd name="connsiteX6" fmla="*/ 6858000 w 6858000"/>
              <a:gd name="connsiteY6" fmla="*/ 1270852 h 2450930"/>
              <a:gd name="connsiteX7" fmla="*/ 6858000 w 6858000"/>
              <a:gd name="connsiteY7" fmla="*/ 1815503 h 2450930"/>
              <a:gd name="connsiteX8" fmla="*/ 6858000 w 6858000"/>
              <a:gd name="connsiteY8" fmla="*/ 2178604 h 2450930"/>
              <a:gd name="connsiteX9" fmla="*/ 2705100 w 6858000"/>
              <a:gd name="connsiteY9" fmla="*/ 2166573 h 2450930"/>
              <a:gd name="connsiteX10" fmla="*/ 2000273 w 6858000"/>
              <a:gd name="connsiteY10" fmla="*/ 2450930 h 2450930"/>
              <a:gd name="connsiteX11" fmla="*/ 423271 w 6858000"/>
              <a:gd name="connsiteY11" fmla="*/ 2188310 h 2450930"/>
              <a:gd name="connsiteX12" fmla="*/ 0 w 6858000"/>
              <a:gd name="connsiteY12" fmla="*/ 2178604 h 2450930"/>
              <a:gd name="connsiteX13" fmla="*/ 0 w 6858000"/>
              <a:gd name="connsiteY13" fmla="*/ 1815503 h 2450930"/>
              <a:gd name="connsiteX14" fmla="*/ 0 w 6858000"/>
              <a:gd name="connsiteY14" fmla="*/ 1270852 h 2450930"/>
              <a:gd name="connsiteX15" fmla="*/ 0 w 6858000"/>
              <a:gd name="connsiteY15" fmla="*/ 1270852 h 2450930"/>
              <a:gd name="connsiteX16" fmla="*/ 0 w 6858000"/>
              <a:gd name="connsiteY16" fmla="*/ 0 h 2450930"/>
              <a:gd name="connsiteX0" fmla="*/ 0 w 6858000"/>
              <a:gd name="connsiteY0" fmla="*/ 0 h 2405210"/>
              <a:gd name="connsiteX1" fmla="*/ 1143000 w 6858000"/>
              <a:gd name="connsiteY1" fmla="*/ 0 h 2405210"/>
              <a:gd name="connsiteX2" fmla="*/ 1143000 w 6858000"/>
              <a:gd name="connsiteY2" fmla="*/ 0 h 2405210"/>
              <a:gd name="connsiteX3" fmla="*/ 2857500 w 6858000"/>
              <a:gd name="connsiteY3" fmla="*/ 0 h 2405210"/>
              <a:gd name="connsiteX4" fmla="*/ 6858000 w 6858000"/>
              <a:gd name="connsiteY4" fmla="*/ 0 h 2405210"/>
              <a:gd name="connsiteX5" fmla="*/ 6858000 w 6858000"/>
              <a:gd name="connsiteY5" fmla="*/ 1270852 h 2405210"/>
              <a:gd name="connsiteX6" fmla="*/ 6858000 w 6858000"/>
              <a:gd name="connsiteY6" fmla="*/ 1270852 h 2405210"/>
              <a:gd name="connsiteX7" fmla="*/ 6858000 w 6858000"/>
              <a:gd name="connsiteY7" fmla="*/ 1815503 h 2405210"/>
              <a:gd name="connsiteX8" fmla="*/ 6858000 w 6858000"/>
              <a:gd name="connsiteY8" fmla="*/ 2178604 h 2405210"/>
              <a:gd name="connsiteX9" fmla="*/ 2705100 w 6858000"/>
              <a:gd name="connsiteY9" fmla="*/ 2166573 h 2405210"/>
              <a:gd name="connsiteX10" fmla="*/ 967001 w 6858000"/>
              <a:gd name="connsiteY10" fmla="*/ 2405210 h 2405210"/>
              <a:gd name="connsiteX11" fmla="*/ 423271 w 6858000"/>
              <a:gd name="connsiteY11" fmla="*/ 2188310 h 2405210"/>
              <a:gd name="connsiteX12" fmla="*/ 0 w 6858000"/>
              <a:gd name="connsiteY12" fmla="*/ 2178604 h 2405210"/>
              <a:gd name="connsiteX13" fmla="*/ 0 w 6858000"/>
              <a:gd name="connsiteY13" fmla="*/ 1815503 h 2405210"/>
              <a:gd name="connsiteX14" fmla="*/ 0 w 6858000"/>
              <a:gd name="connsiteY14" fmla="*/ 1270852 h 2405210"/>
              <a:gd name="connsiteX15" fmla="*/ 0 w 6858000"/>
              <a:gd name="connsiteY15" fmla="*/ 1270852 h 2405210"/>
              <a:gd name="connsiteX16" fmla="*/ 0 w 6858000"/>
              <a:gd name="connsiteY16" fmla="*/ 0 h 2405210"/>
              <a:gd name="connsiteX0" fmla="*/ 0 w 6858000"/>
              <a:gd name="connsiteY0" fmla="*/ 0 h 2405210"/>
              <a:gd name="connsiteX1" fmla="*/ 1143000 w 6858000"/>
              <a:gd name="connsiteY1" fmla="*/ 0 h 2405210"/>
              <a:gd name="connsiteX2" fmla="*/ 1143000 w 6858000"/>
              <a:gd name="connsiteY2" fmla="*/ 0 h 2405210"/>
              <a:gd name="connsiteX3" fmla="*/ 2857500 w 6858000"/>
              <a:gd name="connsiteY3" fmla="*/ 0 h 2405210"/>
              <a:gd name="connsiteX4" fmla="*/ 6858000 w 6858000"/>
              <a:gd name="connsiteY4" fmla="*/ 0 h 2405210"/>
              <a:gd name="connsiteX5" fmla="*/ 6858000 w 6858000"/>
              <a:gd name="connsiteY5" fmla="*/ 1270852 h 2405210"/>
              <a:gd name="connsiteX6" fmla="*/ 6858000 w 6858000"/>
              <a:gd name="connsiteY6" fmla="*/ 1270852 h 2405210"/>
              <a:gd name="connsiteX7" fmla="*/ 6858000 w 6858000"/>
              <a:gd name="connsiteY7" fmla="*/ 1815503 h 2405210"/>
              <a:gd name="connsiteX8" fmla="*/ 6858000 w 6858000"/>
              <a:gd name="connsiteY8" fmla="*/ 2178604 h 2405210"/>
              <a:gd name="connsiteX9" fmla="*/ 1278636 w 6858000"/>
              <a:gd name="connsiteY9" fmla="*/ 2171145 h 2405210"/>
              <a:gd name="connsiteX10" fmla="*/ 967001 w 6858000"/>
              <a:gd name="connsiteY10" fmla="*/ 2405210 h 2405210"/>
              <a:gd name="connsiteX11" fmla="*/ 423271 w 6858000"/>
              <a:gd name="connsiteY11" fmla="*/ 2188310 h 2405210"/>
              <a:gd name="connsiteX12" fmla="*/ 0 w 6858000"/>
              <a:gd name="connsiteY12" fmla="*/ 2178604 h 2405210"/>
              <a:gd name="connsiteX13" fmla="*/ 0 w 6858000"/>
              <a:gd name="connsiteY13" fmla="*/ 1815503 h 2405210"/>
              <a:gd name="connsiteX14" fmla="*/ 0 w 6858000"/>
              <a:gd name="connsiteY14" fmla="*/ 1270852 h 2405210"/>
              <a:gd name="connsiteX15" fmla="*/ 0 w 6858000"/>
              <a:gd name="connsiteY15" fmla="*/ 1270852 h 2405210"/>
              <a:gd name="connsiteX16" fmla="*/ 0 w 6858000"/>
              <a:gd name="connsiteY16" fmla="*/ 0 h 2405210"/>
              <a:gd name="connsiteX0" fmla="*/ 0 w 6858000"/>
              <a:gd name="connsiteY0" fmla="*/ 0 h 2405210"/>
              <a:gd name="connsiteX1" fmla="*/ 1143000 w 6858000"/>
              <a:gd name="connsiteY1" fmla="*/ 0 h 2405210"/>
              <a:gd name="connsiteX2" fmla="*/ 1143000 w 6858000"/>
              <a:gd name="connsiteY2" fmla="*/ 0 h 2405210"/>
              <a:gd name="connsiteX3" fmla="*/ 2857500 w 6858000"/>
              <a:gd name="connsiteY3" fmla="*/ 0 h 2405210"/>
              <a:gd name="connsiteX4" fmla="*/ 6858000 w 6858000"/>
              <a:gd name="connsiteY4" fmla="*/ 0 h 2405210"/>
              <a:gd name="connsiteX5" fmla="*/ 6858000 w 6858000"/>
              <a:gd name="connsiteY5" fmla="*/ 1270852 h 2405210"/>
              <a:gd name="connsiteX6" fmla="*/ 6858000 w 6858000"/>
              <a:gd name="connsiteY6" fmla="*/ 1270852 h 2405210"/>
              <a:gd name="connsiteX7" fmla="*/ 6858000 w 6858000"/>
              <a:gd name="connsiteY7" fmla="*/ 1815503 h 2405210"/>
              <a:gd name="connsiteX8" fmla="*/ 6858000 w 6858000"/>
              <a:gd name="connsiteY8" fmla="*/ 2178604 h 2405210"/>
              <a:gd name="connsiteX9" fmla="*/ 1415796 w 6858000"/>
              <a:gd name="connsiteY9" fmla="*/ 2162001 h 2405210"/>
              <a:gd name="connsiteX10" fmla="*/ 967001 w 6858000"/>
              <a:gd name="connsiteY10" fmla="*/ 2405210 h 2405210"/>
              <a:gd name="connsiteX11" fmla="*/ 423271 w 6858000"/>
              <a:gd name="connsiteY11" fmla="*/ 2188310 h 2405210"/>
              <a:gd name="connsiteX12" fmla="*/ 0 w 6858000"/>
              <a:gd name="connsiteY12" fmla="*/ 2178604 h 2405210"/>
              <a:gd name="connsiteX13" fmla="*/ 0 w 6858000"/>
              <a:gd name="connsiteY13" fmla="*/ 1815503 h 2405210"/>
              <a:gd name="connsiteX14" fmla="*/ 0 w 6858000"/>
              <a:gd name="connsiteY14" fmla="*/ 1270852 h 2405210"/>
              <a:gd name="connsiteX15" fmla="*/ 0 w 6858000"/>
              <a:gd name="connsiteY15" fmla="*/ 1270852 h 2405210"/>
              <a:gd name="connsiteX16" fmla="*/ 0 w 6858000"/>
              <a:gd name="connsiteY16" fmla="*/ 0 h 2405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8000" h="2405210">
                <a:moveTo>
                  <a:pt x="0" y="0"/>
                </a:moveTo>
                <a:lnTo>
                  <a:pt x="1143000" y="0"/>
                </a:lnTo>
                <a:lnTo>
                  <a:pt x="1143000" y="0"/>
                </a:lnTo>
                <a:lnTo>
                  <a:pt x="2857500" y="0"/>
                </a:lnTo>
                <a:lnTo>
                  <a:pt x="6858000" y="0"/>
                </a:lnTo>
                <a:lnTo>
                  <a:pt x="6858000" y="1270852"/>
                </a:lnTo>
                <a:lnTo>
                  <a:pt x="6858000" y="1270852"/>
                </a:lnTo>
                <a:lnTo>
                  <a:pt x="6858000" y="1815503"/>
                </a:lnTo>
                <a:lnTo>
                  <a:pt x="6858000" y="2178604"/>
                </a:lnTo>
                <a:lnTo>
                  <a:pt x="1415796" y="2162001"/>
                </a:lnTo>
                <a:lnTo>
                  <a:pt x="967001" y="2405210"/>
                </a:lnTo>
                <a:lnTo>
                  <a:pt x="423271" y="2188310"/>
                </a:lnTo>
                <a:lnTo>
                  <a:pt x="0" y="2178604"/>
                </a:lnTo>
                <a:lnTo>
                  <a:pt x="0" y="1815503"/>
                </a:lnTo>
                <a:lnTo>
                  <a:pt x="0" y="1270852"/>
                </a:lnTo>
                <a:lnTo>
                  <a:pt x="0" y="1270852"/>
                </a:lnTo>
                <a:lnTo>
                  <a:pt x="0" y="0"/>
                </a:lnTo>
                <a:close/>
              </a:path>
            </a:pathLst>
          </a:custGeom>
          <a:blipFill dpi="0" rotWithShape="0">
            <a:blip r:embed="rId3">
              <a:extLst>
                <a:ext uri="{28A0092B-C50C-407E-A947-70E740481C1C}">
                  <a14:useLocalDpi xmlns:a14="http://schemas.microsoft.com/office/drawing/2010/main" val="0"/>
                </a:ext>
              </a:extLst>
            </a:blip>
            <a:srcRect/>
            <a:stretch>
              <a:fillRect l="-149006" r="-149006"/>
            </a:stretch>
          </a:blip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4082088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C39510B-7993-BBD2-A4EB-3E7C2D3C3EF8}"/>
              </a:ext>
            </a:extLst>
          </p:cNvPr>
          <p:cNvSpPr/>
          <p:nvPr userDrawn="1"/>
        </p:nvSpPr>
        <p:spPr>
          <a:xfrm>
            <a:off x="0" y="3706694"/>
            <a:ext cx="12192000" cy="3151305"/>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BACE465C-4F3D-5500-DF3C-9A1FE4280C73}"/>
              </a:ext>
            </a:extLst>
          </p:cNvPr>
          <p:cNvSpPr>
            <a:spLocks noGrp="1"/>
          </p:cNvSpPr>
          <p:nvPr>
            <p:ph type="title" hasCustomPrompt="1"/>
          </p:nvPr>
        </p:nvSpPr>
        <p:spPr>
          <a:xfrm>
            <a:off x="758207" y="1353991"/>
            <a:ext cx="10515600" cy="2163891"/>
          </a:xfrm>
        </p:spPr>
        <p:txBody>
          <a:bodyPr anchor="b">
            <a:normAutofit/>
          </a:bodyPr>
          <a:lstStyle>
            <a:lvl1pPr>
              <a:defRPr sz="3200">
                <a:solidFill>
                  <a:schemeClr val="tx1"/>
                </a:solidFill>
                <a:latin typeface="Roboto Condensed Medium" panose="02000000000000000000" pitchFamily="2" charset="0"/>
                <a:ea typeface="Roboto Condensed Medium" panose="02000000000000000000" pitchFamily="2" charset="0"/>
                <a:cs typeface="Roboto Condensed Medium" panose="02000000000000000000" pitchFamily="2" charset="0"/>
              </a:defRPr>
            </a:lvl1pPr>
          </a:lstStyle>
          <a:p>
            <a:r>
              <a:rPr lang="en-US" dirty="0"/>
              <a:t>Module Name</a:t>
            </a:r>
            <a:endParaRPr lang="en-GB" dirty="0"/>
          </a:p>
        </p:txBody>
      </p:sp>
      <p:sp>
        <p:nvSpPr>
          <p:cNvPr id="3" name="Text Placeholder 2">
            <a:extLst>
              <a:ext uri="{FF2B5EF4-FFF2-40B4-BE49-F238E27FC236}">
                <a16:creationId xmlns:a16="http://schemas.microsoft.com/office/drawing/2014/main" id="{D6B9994C-DE5C-AFEB-DF7F-2D69341ADB4C}"/>
              </a:ext>
            </a:extLst>
          </p:cNvPr>
          <p:cNvSpPr>
            <a:spLocks noGrp="1"/>
          </p:cNvSpPr>
          <p:nvPr>
            <p:ph type="body" idx="1" hasCustomPrompt="1"/>
          </p:nvPr>
        </p:nvSpPr>
        <p:spPr>
          <a:xfrm>
            <a:off x="758207" y="3843647"/>
            <a:ext cx="10515600" cy="1632311"/>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Section Title</a:t>
            </a:r>
          </a:p>
        </p:txBody>
      </p:sp>
      <p:sp>
        <p:nvSpPr>
          <p:cNvPr id="4" name="Date Placeholder 3">
            <a:extLst>
              <a:ext uri="{FF2B5EF4-FFF2-40B4-BE49-F238E27FC236}">
                <a16:creationId xmlns:a16="http://schemas.microsoft.com/office/drawing/2014/main" id="{685DE928-535B-1399-5D53-997D727B1915}"/>
              </a:ext>
            </a:extLst>
          </p:cNvPr>
          <p:cNvSpPr>
            <a:spLocks noGrp="1"/>
          </p:cNvSpPr>
          <p:nvPr>
            <p:ph type="dt" sz="half" idx="10"/>
          </p:nvPr>
        </p:nvSpPr>
        <p:spPr/>
        <p:txBody>
          <a:bodyPr/>
          <a:lstStyle/>
          <a:p>
            <a:fld id="{2E15449A-E018-43C0-BB8E-C2F2F76F33E2}" type="datetimeFigureOut">
              <a:rPr lang="en-GB" smtClean="0"/>
              <a:t>01/09/2025</a:t>
            </a:fld>
            <a:endParaRPr lang="en-GB"/>
          </a:p>
        </p:txBody>
      </p:sp>
      <p:sp>
        <p:nvSpPr>
          <p:cNvPr id="5" name="Footer Placeholder 4">
            <a:extLst>
              <a:ext uri="{FF2B5EF4-FFF2-40B4-BE49-F238E27FC236}">
                <a16:creationId xmlns:a16="http://schemas.microsoft.com/office/drawing/2014/main" id="{0F18A944-75BA-EE35-E5F8-073CDC8229B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0066762-D4DA-364E-BD42-6CBAE0082A1A}"/>
              </a:ext>
            </a:extLst>
          </p:cNvPr>
          <p:cNvSpPr>
            <a:spLocks noGrp="1"/>
          </p:cNvSpPr>
          <p:nvPr>
            <p:ph type="sldNum" sz="quarter" idx="12"/>
          </p:nvPr>
        </p:nvSpPr>
        <p:spPr/>
        <p:txBody>
          <a:bodyPr/>
          <a:lstStyle/>
          <a:p>
            <a:fld id="{7AEFCDAC-3870-41D0-8B1E-62562FC6B346}" type="slidenum">
              <a:rPr lang="en-GB" smtClean="0"/>
              <a:t>‹#›</a:t>
            </a:fld>
            <a:endParaRPr lang="en-GB"/>
          </a:p>
        </p:txBody>
      </p:sp>
      <p:pic>
        <p:nvPicPr>
          <p:cNvPr id="8" name="Picture 7" descr="A blue curved line on a black background&#10;&#10;Description automatically generated">
            <a:extLst>
              <a:ext uri="{FF2B5EF4-FFF2-40B4-BE49-F238E27FC236}">
                <a16:creationId xmlns:a16="http://schemas.microsoft.com/office/drawing/2014/main" id="{E1DB8B04-12A4-0CAB-5438-3F2AC1D3139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714014" y="183245"/>
            <a:ext cx="2397593" cy="1198797"/>
          </a:xfrm>
          <a:prstGeom prst="rect">
            <a:avLst/>
          </a:prstGeom>
        </p:spPr>
      </p:pic>
      <p:sp>
        <p:nvSpPr>
          <p:cNvPr id="9" name="Speech Bubble: Rectangle 8">
            <a:extLst>
              <a:ext uri="{FF2B5EF4-FFF2-40B4-BE49-F238E27FC236}">
                <a16:creationId xmlns:a16="http://schemas.microsoft.com/office/drawing/2014/main" id="{6E7A37A6-61DF-ED75-13C8-B5964D0F433C}"/>
              </a:ext>
            </a:extLst>
          </p:cNvPr>
          <p:cNvSpPr>
            <a:spLocks noChangeAspect="1"/>
          </p:cNvSpPr>
          <p:nvPr userDrawn="1"/>
        </p:nvSpPr>
        <p:spPr>
          <a:xfrm flipV="1">
            <a:off x="0" y="4358224"/>
            <a:ext cx="12192000" cy="2499775"/>
          </a:xfrm>
          <a:custGeom>
            <a:avLst/>
            <a:gdLst>
              <a:gd name="connsiteX0" fmla="*/ 0 w 12192000"/>
              <a:gd name="connsiteY0" fmla="*/ 0 h 1954607"/>
              <a:gd name="connsiteX1" fmla="*/ 2032000 w 12192000"/>
              <a:gd name="connsiteY1" fmla="*/ 0 h 1954607"/>
              <a:gd name="connsiteX2" fmla="*/ 2032000 w 12192000"/>
              <a:gd name="connsiteY2" fmla="*/ 0 h 1954607"/>
              <a:gd name="connsiteX3" fmla="*/ 5080000 w 12192000"/>
              <a:gd name="connsiteY3" fmla="*/ 0 h 1954607"/>
              <a:gd name="connsiteX4" fmla="*/ 12192000 w 12192000"/>
              <a:gd name="connsiteY4" fmla="*/ 0 h 1954607"/>
              <a:gd name="connsiteX5" fmla="*/ 12192000 w 12192000"/>
              <a:gd name="connsiteY5" fmla="*/ 1140187 h 1954607"/>
              <a:gd name="connsiteX6" fmla="*/ 12192000 w 12192000"/>
              <a:gd name="connsiteY6" fmla="*/ 1140187 h 1954607"/>
              <a:gd name="connsiteX7" fmla="*/ 12192000 w 12192000"/>
              <a:gd name="connsiteY7" fmla="*/ 1628839 h 1954607"/>
              <a:gd name="connsiteX8" fmla="*/ 12192000 w 12192000"/>
              <a:gd name="connsiteY8" fmla="*/ 1954607 h 1954607"/>
              <a:gd name="connsiteX9" fmla="*/ 5080000 w 12192000"/>
              <a:gd name="connsiteY9" fmla="*/ 1954607 h 1954607"/>
              <a:gd name="connsiteX10" fmla="*/ 3556041 w 12192000"/>
              <a:gd name="connsiteY10" fmla="*/ 2198933 h 1954607"/>
              <a:gd name="connsiteX11" fmla="*/ 2032000 w 12192000"/>
              <a:gd name="connsiteY11" fmla="*/ 1954607 h 1954607"/>
              <a:gd name="connsiteX12" fmla="*/ 0 w 12192000"/>
              <a:gd name="connsiteY12" fmla="*/ 1954607 h 1954607"/>
              <a:gd name="connsiteX13" fmla="*/ 0 w 12192000"/>
              <a:gd name="connsiteY13" fmla="*/ 1628839 h 1954607"/>
              <a:gd name="connsiteX14" fmla="*/ 0 w 12192000"/>
              <a:gd name="connsiteY14" fmla="*/ 1140187 h 1954607"/>
              <a:gd name="connsiteX15" fmla="*/ 0 w 12192000"/>
              <a:gd name="connsiteY15" fmla="*/ 1140187 h 1954607"/>
              <a:gd name="connsiteX16" fmla="*/ 0 w 12192000"/>
              <a:gd name="connsiteY16" fmla="*/ 0 h 1954607"/>
              <a:gd name="connsiteX0" fmla="*/ 0 w 12192000"/>
              <a:gd name="connsiteY0" fmla="*/ 0 h 2198933"/>
              <a:gd name="connsiteX1" fmla="*/ 2032000 w 12192000"/>
              <a:gd name="connsiteY1" fmla="*/ 0 h 2198933"/>
              <a:gd name="connsiteX2" fmla="*/ 2032000 w 12192000"/>
              <a:gd name="connsiteY2" fmla="*/ 0 h 2198933"/>
              <a:gd name="connsiteX3" fmla="*/ 5080000 w 12192000"/>
              <a:gd name="connsiteY3" fmla="*/ 0 h 2198933"/>
              <a:gd name="connsiteX4" fmla="*/ 12192000 w 12192000"/>
              <a:gd name="connsiteY4" fmla="*/ 0 h 2198933"/>
              <a:gd name="connsiteX5" fmla="*/ 12192000 w 12192000"/>
              <a:gd name="connsiteY5" fmla="*/ 1140187 h 2198933"/>
              <a:gd name="connsiteX6" fmla="*/ 12192000 w 12192000"/>
              <a:gd name="connsiteY6" fmla="*/ 1140187 h 2198933"/>
              <a:gd name="connsiteX7" fmla="*/ 12192000 w 12192000"/>
              <a:gd name="connsiteY7" fmla="*/ 1628839 h 2198933"/>
              <a:gd name="connsiteX8" fmla="*/ 12192000 w 12192000"/>
              <a:gd name="connsiteY8" fmla="*/ 1954607 h 2198933"/>
              <a:gd name="connsiteX9" fmla="*/ 5080000 w 12192000"/>
              <a:gd name="connsiteY9" fmla="*/ 1954607 h 2198933"/>
              <a:gd name="connsiteX10" fmla="*/ 3556041 w 12192000"/>
              <a:gd name="connsiteY10" fmla="*/ 2198933 h 2198933"/>
              <a:gd name="connsiteX11" fmla="*/ 2032000 w 12192000"/>
              <a:gd name="connsiteY11" fmla="*/ 1954607 h 2198933"/>
              <a:gd name="connsiteX12" fmla="*/ 0 w 12192000"/>
              <a:gd name="connsiteY12" fmla="*/ 1954607 h 2198933"/>
              <a:gd name="connsiteX13" fmla="*/ 0 w 12192000"/>
              <a:gd name="connsiteY13" fmla="*/ 1628839 h 2198933"/>
              <a:gd name="connsiteX14" fmla="*/ 0 w 12192000"/>
              <a:gd name="connsiteY14" fmla="*/ 1140187 h 2198933"/>
              <a:gd name="connsiteX15" fmla="*/ 0 w 12192000"/>
              <a:gd name="connsiteY15" fmla="*/ 1140187 h 2198933"/>
              <a:gd name="connsiteX16" fmla="*/ 0 w 12192000"/>
              <a:gd name="connsiteY16" fmla="*/ 0 h 2198933"/>
              <a:gd name="connsiteX0" fmla="*/ 0 w 12192000"/>
              <a:gd name="connsiteY0" fmla="*/ 0 h 2622487"/>
              <a:gd name="connsiteX1" fmla="*/ 2032000 w 12192000"/>
              <a:gd name="connsiteY1" fmla="*/ 0 h 2622487"/>
              <a:gd name="connsiteX2" fmla="*/ 2032000 w 12192000"/>
              <a:gd name="connsiteY2" fmla="*/ 0 h 2622487"/>
              <a:gd name="connsiteX3" fmla="*/ 5080000 w 12192000"/>
              <a:gd name="connsiteY3" fmla="*/ 0 h 2622487"/>
              <a:gd name="connsiteX4" fmla="*/ 12192000 w 12192000"/>
              <a:gd name="connsiteY4" fmla="*/ 0 h 2622487"/>
              <a:gd name="connsiteX5" fmla="*/ 12192000 w 12192000"/>
              <a:gd name="connsiteY5" fmla="*/ 1140187 h 2622487"/>
              <a:gd name="connsiteX6" fmla="*/ 12192000 w 12192000"/>
              <a:gd name="connsiteY6" fmla="*/ 1140187 h 2622487"/>
              <a:gd name="connsiteX7" fmla="*/ 12192000 w 12192000"/>
              <a:gd name="connsiteY7" fmla="*/ 1628839 h 2622487"/>
              <a:gd name="connsiteX8" fmla="*/ 12192000 w 12192000"/>
              <a:gd name="connsiteY8" fmla="*/ 1954607 h 2622487"/>
              <a:gd name="connsiteX9" fmla="*/ 5080000 w 12192000"/>
              <a:gd name="connsiteY9" fmla="*/ 1954607 h 2622487"/>
              <a:gd name="connsiteX10" fmla="*/ 3417495 w 12192000"/>
              <a:gd name="connsiteY10" fmla="*/ 2622487 h 2622487"/>
              <a:gd name="connsiteX11" fmla="*/ 2032000 w 12192000"/>
              <a:gd name="connsiteY11" fmla="*/ 1954607 h 2622487"/>
              <a:gd name="connsiteX12" fmla="*/ 0 w 12192000"/>
              <a:gd name="connsiteY12" fmla="*/ 1954607 h 2622487"/>
              <a:gd name="connsiteX13" fmla="*/ 0 w 12192000"/>
              <a:gd name="connsiteY13" fmla="*/ 1628839 h 2622487"/>
              <a:gd name="connsiteX14" fmla="*/ 0 w 12192000"/>
              <a:gd name="connsiteY14" fmla="*/ 1140187 h 2622487"/>
              <a:gd name="connsiteX15" fmla="*/ 0 w 12192000"/>
              <a:gd name="connsiteY15" fmla="*/ 1140187 h 2622487"/>
              <a:gd name="connsiteX16" fmla="*/ 0 w 12192000"/>
              <a:gd name="connsiteY16" fmla="*/ 0 h 2622487"/>
              <a:gd name="connsiteX0" fmla="*/ 0 w 12192000"/>
              <a:gd name="connsiteY0" fmla="*/ 0 h 2622487"/>
              <a:gd name="connsiteX1" fmla="*/ 2032000 w 12192000"/>
              <a:gd name="connsiteY1" fmla="*/ 0 h 2622487"/>
              <a:gd name="connsiteX2" fmla="*/ 2032000 w 12192000"/>
              <a:gd name="connsiteY2" fmla="*/ 0 h 2622487"/>
              <a:gd name="connsiteX3" fmla="*/ 5080000 w 12192000"/>
              <a:gd name="connsiteY3" fmla="*/ 0 h 2622487"/>
              <a:gd name="connsiteX4" fmla="*/ 12192000 w 12192000"/>
              <a:gd name="connsiteY4" fmla="*/ 0 h 2622487"/>
              <a:gd name="connsiteX5" fmla="*/ 12192000 w 12192000"/>
              <a:gd name="connsiteY5" fmla="*/ 1140187 h 2622487"/>
              <a:gd name="connsiteX6" fmla="*/ 12192000 w 12192000"/>
              <a:gd name="connsiteY6" fmla="*/ 1140187 h 2622487"/>
              <a:gd name="connsiteX7" fmla="*/ 12192000 w 12192000"/>
              <a:gd name="connsiteY7" fmla="*/ 1628839 h 2622487"/>
              <a:gd name="connsiteX8" fmla="*/ 12192000 w 12192000"/>
              <a:gd name="connsiteY8" fmla="*/ 1954607 h 2622487"/>
              <a:gd name="connsiteX9" fmla="*/ 5008748 w 12192000"/>
              <a:gd name="connsiteY9" fmla="*/ 1954607 h 2622487"/>
              <a:gd name="connsiteX10" fmla="*/ 3417495 w 12192000"/>
              <a:gd name="connsiteY10" fmla="*/ 2622487 h 2622487"/>
              <a:gd name="connsiteX11" fmla="*/ 2032000 w 12192000"/>
              <a:gd name="connsiteY11" fmla="*/ 1954607 h 2622487"/>
              <a:gd name="connsiteX12" fmla="*/ 0 w 12192000"/>
              <a:gd name="connsiteY12" fmla="*/ 1954607 h 2622487"/>
              <a:gd name="connsiteX13" fmla="*/ 0 w 12192000"/>
              <a:gd name="connsiteY13" fmla="*/ 1628839 h 2622487"/>
              <a:gd name="connsiteX14" fmla="*/ 0 w 12192000"/>
              <a:gd name="connsiteY14" fmla="*/ 1140187 h 2622487"/>
              <a:gd name="connsiteX15" fmla="*/ 0 w 12192000"/>
              <a:gd name="connsiteY15" fmla="*/ 1140187 h 2622487"/>
              <a:gd name="connsiteX16" fmla="*/ 0 w 12192000"/>
              <a:gd name="connsiteY16" fmla="*/ 0 h 2622487"/>
              <a:gd name="connsiteX0" fmla="*/ 0 w 12192000"/>
              <a:gd name="connsiteY0" fmla="*/ 0 h 2622487"/>
              <a:gd name="connsiteX1" fmla="*/ 2032000 w 12192000"/>
              <a:gd name="connsiteY1" fmla="*/ 0 h 2622487"/>
              <a:gd name="connsiteX2" fmla="*/ 2032000 w 12192000"/>
              <a:gd name="connsiteY2" fmla="*/ 0 h 2622487"/>
              <a:gd name="connsiteX3" fmla="*/ 5080000 w 12192000"/>
              <a:gd name="connsiteY3" fmla="*/ 0 h 2622487"/>
              <a:gd name="connsiteX4" fmla="*/ 12192000 w 12192000"/>
              <a:gd name="connsiteY4" fmla="*/ 0 h 2622487"/>
              <a:gd name="connsiteX5" fmla="*/ 12192000 w 12192000"/>
              <a:gd name="connsiteY5" fmla="*/ 1140187 h 2622487"/>
              <a:gd name="connsiteX6" fmla="*/ 12192000 w 12192000"/>
              <a:gd name="connsiteY6" fmla="*/ 1140187 h 2622487"/>
              <a:gd name="connsiteX7" fmla="*/ 12192000 w 12192000"/>
              <a:gd name="connsiteY7" fmla="*/ 1628839 h 2622487"/>
              <a:gd name="connsiteX8" fmla="*/ 12192000 w 12192000"/>
              <a:gd name="connsiteY8" fmla="*/ 1954607 h 2622487"/>
              <a:gd name="connsiteX9" fmla="*/ 5008748 w 12192000"/>
              <a:gd name="connsiteY9" fmla="*/ 1954607 h 2622487"/>
              <a:gd name="connsiteX10" fmla="*/ 3417495 w 12192000"/>
              <a:gd name="connsiteY10" fmla="*/ 2622487 h 2622487"/>
              <a:gd name="connsiteX11" fmla="*/ 3088904 w 12192000"/>
              <a:gd name="connsiteY11" fmla="*/ 1946690 h 2622487"/>
              <a:gd name="connsiteX12" fmla="*/ 0 w 12192000"/>
              <a:gd name="connsiteY12" fmla="*/ 1954607 h 2622487"/>
              <a:gd name="connsiteX13" fmla="*/ 0 w 12192000"/>
              <a:gd name="connsiteY13" fmla="*/ 1628839 h 2622487"/>
              <a:gd name="connsiteX14" fmla="*/ 0 w 12192000"/>
              <a:gd name="connsiteY14" fmla="*/ 1140187 h 2622487"/>
              <a:gd name="connsiteX15" fmla="*/ 0 w 12192000"/>
              <a:gd name="connsiteY15" fmla="*/ 1140187 h 2622487"/>
              <a:gd name="connsiteX16" fmla="*/ 0 w 12192000"/>
              <a:gd name="connsiteY16" fmla="*/ 0 h 2622487"/>
              <a:gd name="connsiteX0" fmla="*/ 0 w 12192000"/>
              <a:gd name="connsiteY0" fmla="*/ 0 h 2622487"/>
              <a:gd name="connsiteX1" fmla="*/ 2032000 w 12192000"/>
              <a:gd name="connsiteY1" fmla="*/ 0 h 2622487"/>
              <a:gd name="connsiteX2" fmla="*/ 2032000 w 12192000"/>
              <a:gd name="connsiteY2" fmla="*/ 0 h 2622487"/>
              <a:gd name="connsiteX3" fmla="*/ 5080000 w 12192000"/>
              <a:gd name="connsiteY3" fmla="*/ 0 h 2622487"/>
              <a:gd name="connsiteX4" fmla="*/ 12192000 w 12192000"/>
              <a:gd name="connsiteY4" fmla="*/ 0 h 2622487"/>
              <a:gd name="connsiteX5" fmla="*/ 12192000 w 12192000"/>
              <a:gd name="connsiteY5" fmla="*/ 1140187 h 2622487"/>
              <a:gd name="connsiteX6" fmla="*/ 12192000 w 12192000"/>
              <a:gd name="connsiteY6" fmla="*/ 1140187 h 2622487"/>
              <a:gd name="connsiteX7" fmla="*/ 12192000 w 12192000"/>
              <a:gd name="connsiteY7" fmla="*/ 1628839 h 2622487"/>
              <a:gd name="connsiteX8" fmla="*/ 12192000 w 12192000"/>
              <a:gd name="connsiteY8" fmla="*/ 1954607 h 2622487"/>
              <a:gd name="connsiteX9" fmla="*/ 3860800 w 12192000"/>
              <a:gd name="connsiteY9" fmla="*/ 1962524 h 2622487"/>
              <a:gd name="connsiteX10" fmla="*/ 3417495 w 12192000"/>
              <a:gd name="connsiteY10" fmla="*/ 2622487 h 2622487"/>
              <a:gd name="connsiteX11" fmla="*/ 3088904 w 12192000"/>
              <a:gd name="connsiteY11" fmla="*/ 1946690 h 2622487"/>
              <a:gd name="connsiteX12" fmla="*/ 0 w 12192000"/>
              <a:gd name="connsiteY12" fmla="*/ 1954607 h 2622487"/>
              <a:gd name="connsiteX13" fmla="*/ 0 w 12192000"/>
              <a:gd name="connsiteY13" fmla="*/ 1628839 h 2622487"/>
              <a:gd name="connsiteX14" fmla="*/ 0 w 12192000"/>
              <a:gd name="connsiteY14" fmla="*/ 1140187 h 2622487"/>
              <a:gd name="connsiteX15" fmla="*/ 0 w 12192000"/>
              <a:gd name="connsiteY15" fmla="*/ 1140187 h 2622487"/>
              <a:gd name="connsiteX16" fmla="*/ 0 w 12192000"/>
              <a:gd name="connsiteY16" fmla="*/ 0 h 2622487"/>
              <a:gd name="connsiteX0" fmla="*/ 0 w 12192000"/>
              <a:gd name="connsiteY0" fmla="*/ 0 h 2499775"/>
              <a:gd name="connsiteX1" fmla="*/ 2032000 w 12192000"/>
              <a:gd name="connsiteY1" fmla="*/ 0 h 2499775"/>
              <a:gd name="connsiteX2" fmla="*/ 2032000 w 12192000"/>
              <a:gd name="connsiteY2" fmla="*/ 0 h 2499775"/>
              <a:gd name="connsiteX3" fmla="*/ 5080000 w 12192000"/>
              <a:gd name="connsiteY3" fmla="*/ 0 h 2499775"/>
              <a:gd name="connsiteX4" fmla="*/ 12192000 w 12192000"/>
              <a:gd name="connsiteY4" fmla="*/ 0 h 2499775"/>
              <a:gd name="connsiteX5" fmla="*/ 12192000 w 12192000"/>
              <a:gd name="connsiteY5" fmla="*/ 1140187 h 2499775"/>
              <a:gd name="connsiteX6" fmla="*/ 12192000 w 12192000"/>
              <a:gd name="connsiteY6" fmla="*/ 1140187 h 2499775"/>
              <a:gd name="connsiteX7" fmla="*/ 12192000 w 12192000"/>
              <a:gd name="connsiteY7" fmla="*/ 1628839 h 2499775"/>
              <a:gd name="connsiteX8" fmla="*/ 12192000 w 12192000"/>
              <a:gd name="connsiteY8" fmla="*/ 1954607 h 2499775"/>
              <a:gd name="connsiteX9" fmla="*/ 3860800 w 12192000"/>
              <a:gd name="connsiteY9" fmla="*/ 1962524 h 2499775"/>
              <a:gd name="connsiteX10" fmla="*/ 3413537 w 12192000"/>
              <a:gd name="connsiteY10" fmla="*/ 2499775 h 2499775"/>
              <a:gd name="connsiteX11" fmla="*/ 3088904 w 12192000"/>
              <a:gd name="connsiteY11" fmla="*/ 1946690 h 2499775"/>
              <a:gd name="connsiteX12" fmla="*/ 0 w 12192000"/>
              <a:gd name="connsiteY12" fmla="*/ 1954607 h 2499775"/>
              <a:gd name="connsiteX13" fmla="*/ 0 w 12192000"/>
              <a:gd name="connsiteY13" fmla="*/ 1628839 h 2499775"/>
              <a:gd name="connsiteX14" fmla="*/ 0 w 12192000"/>
              <a:gd name="connsiteY14" fmla="*/ 1140187 h 2499775"/>
              <a:gd name="connsiteX15" fmla="*/ 0 w 12192000"/>
              <a:gd name="connsiteY15" fmla="*/ 1140187 h 2499775"/>
              <a:gd name="connsiteX16" fmla="*/ 0 w 12192000"/>
              <a:gd name="connsiteY16" fmla="*/ 0 h 2499775"/>
              <a:gd name="connsiteX0" fmla="*/ 0 w 12192000"/>
              <a:gd name="connsiteY0" fmla="*/ 0 h 2499775"/>
              <a:gd name="connsiteX1" fmla="*/ 2032000 w 12192000"/>
              <a:gd name="connsiteY1" fmla="*/ 0 h 2499775"/>
              <a:gd name="connsiteX2" fmla="*/ 2032000 w 12192000"/>
              <a:gd name="connsiteY2" fmla="*/ 0 h 2499775"/>
              <a:gd name="connsiteX3" fmla="*/ 5080000 w 12192000"/>
              <a:gd name="connsiteY3" fmla="*/ 0 h 2499775"/>
              <a:gd name="connsiteX4" fmla="*/ 12192000 w 12192000"/>
              <a:gd name="connsiteY4" fmla="*/ 0 h 2499775"/>
              <a:gd name="connsiteX5" fmla="*/ 12192000 w 12192000"/>
              <a:gd name="connsiteY5" fmla="*/ 1140187 h 2499775"/>
              <a:gd name="connsiteX6" fmla="*/ 12192000 w 12192000"/>
              <a:gd name="connsiteY6" fmla="*/ 1140187 h 2499775"/>
              <a:gd name="connsiteX7" fmla="*/ 12192000 w 12192000"/>
              <a:gd name="connsiteY7" fmla="*/ 1628839 h 2499775"/>
              <a:gd name="connsiteX8" fmla="*/ 12192000 w 12192000"/>
              <a:gd name="connsiteY8" fmla="*/ 1954607 h 2499775"/>
              <a:gd name="connsiteX9" fmla="*/ 3860800 w 12192000"/>
              <a:gd name="connsiteY9" fmla="*/ 1962524 h 2499775"/>
              <a:gd name="connsiteX10" fmla="*/ 3413537 w 12192000"/>
              <a:gd name="connsiteY10" fmla="*/ 2499775 h 2499775"/>
              <a:gd name="connsiteX11" fmla="*/ 3088904 w 12192000"/>
              <a:gd name="connsiteY11" fmla="*/ 1946690 h 2499775"/>
              <a:gd name="connsiteX12" fmla="*/ 2956956 w 12192000"/>
              <a:gd name="connsiteY12" fmla="*/ 1953490 h 2499775"/>
              <a:gd name="connsiteX13" fmla="*/ 0 w 12192000"/>
              <a:gd name="connsiteY13" fmla="*/ 1954607 h 2499775"/>
              <a:gd name="connsiteX14" fmla="*/ 0 w 12192000"/>
              <a:gd name="connsiteY14" fmla="*/ 1628839 h 2499775"/>
              <a:gd name="connsiteX15" fmla="*/ 0 w 12192000"/>
              <a:gd name="connsiteY15" fmla="*/ 1140187 h 2499775"/>
              <a:gd name="connsiteX16" fmla="*/ 0 w 12192000"/>
              <a:gd name="connsiteY16" fmla="*/ 1140187 h 2499775"/>
              <a:gd name="connsiteX17" fmla="*/ 0 w 12192000"/>
              <a:gd name="connsiteY17" fmla="*/ 0 h 2499775"/>
              <a:gd name="connsiteX0" fmla="*/ 0 w 12192000"/>
              <a:gd name="connsiteY0" fmla="*/ 0 h 2499775"/>
              <a:gd name="connsiteX1" fmla="*/ 2032000 w 12192000"/>
              <a:gd name="connsiteY1" fmla="*/ 0 h 2499775"/>
              <a:gd name="connsiteX2" fmla="*/ 2032000 w 12192000"/>
              <a:gd name="connsiteY2" fmla="*/ 0 h 2499775"/>
              <a:gd name="connsiteX3" fmla="*/ 5080000 w 12192000"/>
              <a:gd name="connsiteY3" fmla="*/ 0 h 2499775"/>
              <a:gd name="connsiteX4" fmla="*/ 12192000 w 12192000"/>
              <a:gd name="connsiteY4" fmla="*/ 0 h 2499775"/>
              <a:gd name="connsiteX5" fmla="*/ 12192000 w 12192000"/>
              <a:gd name="connsiteY5" fmla="*/ 1140187 h 2499775"/>
              <a:gd name="connsiteX6" fmla="*/ 12192000 w 12192000"/>
              <a:gd name="connsiteY6" fmla="*/ 1140187 h 2499775"/>
              <a:gd name="connsiteX7" fmla="*/ 12192000 w 12192000"/>
              <a:gd name="connsiteY7" fmla="*/ 1628839 h 2499775"/>
              <a:gd name="connsiteX8" fmla="*/ 12192000 w 12192000"/>
              <a:gd name="connsiteY8" fmla="*/ 1954607 h 2499775"/>
              <a:gd name="connsiteX9" fmla="*/ 3860800 w 12192000"/>
              <a:gd name="connsiteY9" fmla="*/ 1962524 h 2499775"/>
              <a:gd name="connsiteX10" fmla="*/ 3413537 w 12192000"/>
              <a:gd name="connsiteY10" fmla="*/ 2499775 h 2499775"/>
              <a:gd name="connsiteX11" fmla="*/ 2950359 w 12192000"/>
              <a:gd name="connsiteY11" fmla="*/ 1946690 h 2499775"/>
              <a:gd name="connsiteX12" fmla="*/ 2956956 w 12192000"/>
              <a:gd name="connsiteY12" fmla="*/ 1953490 h 2499775"/>
              <a:gd name="connsiteX13" fmla="*/ 0 w 12192000"/>
              <a:gd name="connsiteY13" fmla="*/ 1954607 h 2499775"/>
              <a:gd name="connsiteX14" fmla="*/ 0 w 12192000"/>
              <a:gd name="connsiteY14" fmla="*/ 1628839 h 2499775"/>
              <a:gd name="connsiteX15" fmla="*/ 0 w 12192000"/>
              <a:gd name="connsiteY15" fmla="*/ 1140187 h 2499775"/>
              <a:gd name="connsiteX16" fmla="*/ 0 w 12192000"/>
              <a:gd name="connsiteY16" fmla="*/ 1140187 h 2499775"/>
              <a:gd name="connsiteX17" fmla="*/ 0 w 12192000"/>
              <a:gd name="connsiteY17" fmla="*/ 0 h 2499775"/>
              <a:gd name="connsiteX0" fmla="*/ 0 w 12192000"/>
              <a:gd name="connsiteY0" fmla="*/ 0 h 2499775"/>
              <a:gd name="connsiteX1" fmla="*/ 2032000 w 12192000"/>
              <a:gd name="connsiteY1" fmla="*/ 0 h 2499775"/>
              <a:gd name="connsiteX2" fmla="*/ 2032000 w 12192000"/>
              <a:gd name="connsiteY2" fmla="*/ 0 h 2499775"/>
              <a:gd name="connsiteX3" fmla="*/ 5080000 w 12192000"/>
              <a:gd name="connsiteY3" fmla="*/ 0 h 2499775"/>
              <a:gd name="connsiteX4" fmla="*/ 12192000 w 12192000"/>
              <a:gd name="connsiteY4" fmla="*/ 0 h 2499775"/>
              <a:gd name="connsiteX5" fmla="*/ 12192000 w 12192000"/>
              <a:gd name="connsiteY5" fmla="*/ 1140187 h 2499775"/>
              <a:gd name="connsiteX6" fmla="*/ 12192000 w 12192000"/>
              <a:gd name="connsiteY6" fmla="*/ 1140187 h 2499775"/>
              <a:gd name="connsiteX7" fmla="*/ 12192000 w 12192000"/>
              <a:gd name="connsiteY7" fmla="*/ 1628839 h 2499775"/>
              <a:gd name="connsiteX8" fmla="*/ 12192000 w 12192000"/>
              <a:gd name="connsiteY8" fmla="*/ 1954607 h 2499775"/>
              <a:gd name="connsiteX9" fmla="*/ 4050805 w 12192000"/>
              <a:gd name="connsiteY9" fmla="*/ 1950648 h 2499775"/>
              <a:gd name="connsiteX10" fmla="*/ 3413537 w 12192000"/>
              <a:gd name="connsiteY10" fmla="*/ 2499775 h 2499775"/>
              <a:gd name="connsiteX11" fmla="*/ 2950359 w 12192000"/>
              <a:gd name="connsiteY11" fmla="*/ 1946690 h 2499775"/>
              <a:gd name="connsiteX12" fmla="*/ 2956956 w 12192000"/>
              <a:gd name="connsiteY12" fmla="*/ 1953490 h 2499775"/>
              <a:gd name="connsiteX13" fmla="*/ 0 w 12192000"/>
              <a:gd name="connsiteY13" fmla="*/ 1954607 h 2499775"/>
              <a:gd name="connsiteX14" fmla="*/ 0 w 12192000"/>
              <a:gd name="connsiteY14" fmla="*/ 1628839 h 2499775"/>
              <a:gd name="connsiteX15" fmla="*/ 0 w 12192000"/>
              <a:gd name="connsiteY15" fmla="*/ 1140187 h 2499775"/>
              <a:gd name="connsiteX16" fmla="*/ 0 w 12192000"/>
              <a:gd name="connsiteY16" fmla="*/ 1140187 h 2499775"/>
              <a:gd name="connsiteX17" fmla="*/ 0 w 12192000"/>
              <a:gd name="connsiteY17" fmla="*/ 0 h 2499775"/>
              <a:gd name="connsiteX0" fmla="*/ 0 w 12192000"/>
              <a:gd name="connsiteY0" fmla="*/ 0 h 2499775"/>
              <a:gd name="connsiteX1" fmla="*/ 2032000 w 12192000"/>
              <a:gd name="connsiteY1" fmla="*/ 0 h 2499775"/>
              <a:gd name="connsiteX2" fmla="*/ 2032000 w 12192000"/>
              <a:gd name="connsiteY2" fmla="*/ 0 h 2499775"/>
              <a:gd name="connsiteX3" fmla="*/ 5080000 w 12192000"/>
              <a:gd name="connsiteY3" fmla="*/ 0 h 2499775"/>
              <a:gd name="connsiteX4" fmla="*/ 12192000 w 12192000"/>
              <a:gd name="connsiteY4" fmla="*/ 0 h 2499775"/>
              <a:gd name="connsiteX5" fmla="*/ 12192000 w 12192000"/>
              <a:gd name="connsiteY5" fmla="*/ 1140187 h 2499775"/>
              <a:gd name="connsiteX6" fmla="*/ 12192000 w 12192000"/>
              <a:gd name="connsiteY6" fmla="*/ 1140187 h 2499775"/>
              <a:gd name="connsiteX7" fmla="*/ 12192000 w 12192000"/>
              <a:gd name="connsiteY7" fmla="*/ 1628839 h 2499775"/>
              <a:gd name="connsiteX8" fmla="*/ 12192000 w 12192000"/>
              <a:gd name="connsiteY8" fmla="*/ 1954607 h 2499775"/>
              <a:gd name="connsiteX9" fmla="*/ 3951844 w 12192000"/>
              <a:gd name="connsiteY9" fmla="*/ 1950648 h 2499775"/>
              <a:gd name="connsiteX10" fmla="*/ 3413537 w 12192000"/>
              <a:gd name="connsiteY10" fmla="*/ 2499775 h 2499775"/>
              <a:gd name="connsiteX11" fmla="*/ 2950359 w 12192000"/>
              <a:gd name="connsiteY11" fmla="*/ 1946690 h 2499775"/>
              <a:gd name="connsiteX12" fmla="*/ 2956956 w 12192000"/>
              <a:gd name="connsiteY12" fmla="*/ 1953490 h 2499775"/>
              <a:gd name="connsiteX13" fmla="*/ 0 w 12192000"/>
              <a:gd name="connsiteY13" fmla="*/ 1954607 h 2499775"/>
              <a:gd name="connsiteX14" fmla="*/ 0 w 12192000"/>
              <a:gd name="connsiteY14" fmla="*/ 1628839 h 2499775"/>
              <a:gd name="connsiteX15" fmla="*/ 0 w 12192000"/>
              <a:gd name="connsiteY15" fmla="*/ 1140187 h 2499775"/>
              <a:gd name="connsiteX16" fmla="*/ 0 w 12192000"/>
              <a:gd name="connsiteY16" fmla="*/ 1140187 h 2499775"/>
              <a:gd name="connsiteX17" fmla="*/ 0 w 12192000"/>
              <a:gd name="connsiteY17" fmla="*/ 0 h 2499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2000" h="2499775">
                <a:moveTo>
                  <a:pt x="0" y="0"/>
                </a:moveTo>
                <a:lnTo>
                  <a:pt x="2032000" y="0"/>
                </a:lnTo>
                <a:lnTo>
                  <a:pt x="2032000" y="0"/>
                </a:lnTo>
                <a:lnTo>
                  <a:pt x="5080000" y="0"/>
                </a:lnTo>
                <a:lnTo>
                  <a:pt x="12192000" y="0"/>
                </a:lnTo>
                <a:lnTo>
                  <a:pt x="12192000" y="1140187"/>
                </a:lnTo>
                <a:lnTo>
                  <a:pt x="12192000" y="1140187"/>
                </a:lnTo>
                <a:lnTo>
                  <a:pt x="12192000" y="1628839"/>
                </a:lnTo>
                <a:lnTo>
                  <a:pt x="12192000" y="1954607"/>
                </a:lnTo>
                <a:lnTo>
                  <a:pt x="3951844" y="1950648"/>
                </a:lnTo>
                <a:lnTo>
                  <a:pt x="3413537" y="2499775"/>
                </a:lnTo>
                <a:lnTo>
                  <a:pt x="2950359" y="1946690"/>
                </a:lnTo>
                <a:lnTo>
                  <a:pt x="2956956" y="1953490"/>
                </a:lnTo>
                <a:lnTo>
                  <a:pt x="0" y="1954607"/>
                </a:lnTo>
                <a:lnTo>
                  <a:pt x="0" y="1628839"/>
                </a:lnTo>
                <a:lnTo>
                  <a:pt x="0" y="1140187"/>
                </a:lnTo>
                <a:lnTo>
                  <a:pt x="0" y="1140187"/>
                </a:lnTo>
                <a:lnTo>
                  <a:pt x="0" y="0"/>
                </a:lnTo>
                <a:close/>
              </a:path>
            </a:pathLst>
          </a:custGeom>
          <a:blipFill dpi="0" rotWithShape="0">
            <a:blip r:embed="rId3">
              <a:extLst>
                <a:ext uri="{28A0092B-C50C-407E-A947-70E740481C1C}">
                  <a14:useLocalDpi xmlns:a14="http://schemas.microsoft.com/office/drawing/2010/main" val="0"/>
                </a:ext>
              </a:extLst>
            </a:blip>
            <a:srcRect/>
            <a:stretch>
              <a:fillRect t="-144897" b="-144897"/>
            </a:stretch>
          </a:blipFill>
          <a:ln>
            <a:solidFill>
              <a:schemeClr val="bg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140089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14C92F-1D3E-5DD0-940B-C1761FA3BD94}"/>
              </a:ext>
            </a:extLst>
          </p:cNvPr>
          <p:cNvSpPr>
            <a:spLocks noGrp="1"/>
          </p:cNvSpPr>
          <p:nvPr>
            <p:ph sz="half" idx="1"/>
          </p:nvPr>
        </p:nvSpPr>
        <p:spPr>
          <a:xfrm>
            <a:off x="1565268" y="1646195"/>
            <a:ext cx="5181600" cy="4351338"/>
          </a:xfrm>
        </p:spPr>
        <p:txBody>
          <a:bodyPr/>
          <a:lstStyle>
            <a:lvl1pPr marL="0" indent="0">
              <a:buNone/>
              <a:defRPr/>
            </a:lvl1pPr>
          </a:lstStyle>
          <a:p>
            <a:pPr lvl="0"/>
            <a:r>
              <a:rPr lang="en-US"/>
              <a:t>Click to edit Master text styles</a:t>
            </a:r>
          </a:p>
        </p:txBody>
      </p:sp>
      <p:sp>
        <p:nvSpPr>
          <p:cNvPr id="4" name="Content Placeholder 3">
            <a:extLst>
              <a:ext uri="{FF2B5EF4-FFF2-40B4-BE49-F238E27FC236}">
                <a16:creationId xmlns:a16="http://schemas.microsoft.com/office/drawing/2014/main" id="{C5C7D4AC-E477-1423-5B38-025508E60BB1}"/>
              </a:ext>
            </a:extLst>
          </p:cNvPr>
          <p:cNvSpPr>
            <a:spLocks noGrp="1"/>
          </p:cNvSpPr>
          <p:nvPr>
            <p:ph sz="half" idx="2" hasCustomPrompt="1"/>
          </p:nvPr>
        </p:nvSpPr>
        <p:spPr>
          <a:xfrm>
            <a:off x="7178842" y="1646195"/>
            <a:ext cx="4628147" cy="4351338"/>
          </a:xfrm>
        </p:spPr>
        <p:txBody>
          <a:bodyPr>
            <a:normAutofit/>
          </a:bodyPr>
          <a:lstStyle>
            <a:lvl1pPr marL="0" indent="0">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Image Caption</a:t>
            </a:r>
          </a:p>
        </p:txBody>
      </p:sp>
      <p:sp>
        <p:nvSpPr>
          <p:cNvPr id="5" name="Date Placeholder 4">
            <a:extLst>
              <a:ext uri="{FF2B5EF4-FFF2-40B4-BE49-F238E27FC236}">
                <a16:creationId xmlns:a16="http://schemas.microsoft.com/office/drawing/2014/main" id="{58F06A3D-1DC5-2489-D92F-0637B9DD8F52}"/>
              </a:ext>
            </a:extLst>
          </p:cNvPr>
          <p:cNvSpPr>
            <a:spLocks noGrp="1"/>
          </p:cNvSpPr>
          <p:nvPr>
            <p:ph type="dt" sz="half" idx="10"/>
          </p:nvPr>
        </p:nvSpPr>
        <p:spPr/>
        <p:txBody>
          <a:bodyPr/>
          <a:lstStyle/>
          <a:p>
            <a:fld id="{2E15449A-E018-43C0-BB8E-C2F2F76F33E2}" type="datetimeFigureOut">
              <a:rPr lang="en-GB" smtClean="0"/>
              <a:t>01/09/2025</a:t>
            </a:fld>
            <a:endParaRPr lang="en-GB"/>
          </a:p>
        </p:txBody>
      </p:sp>
      <p:sp>
        <p:nvSpPr>
          <p:cNvPr id="6" name="Footer Placeholder 5">
            <a:extLst>
              <a:ext uri="{FF2B5EF4-FFF2-40B4-BE49-F238E27FC236}">
                <a16:creationId xmlns:a16="http://schemas.microsoft.com/office/drawing/2014/main" id="{CA00CCEB-0235-AF82-B3EB-50A74EE46E2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DCF7159-6701-FC6A-BEE2-96F18781CAAB}"/>
              </a:ext>
            </a:extLst>
          </p:cNvPr>
          <p:cNvSpPr>
            <a:spLocks noGrp="1"/>
          </p:cNvSpPr>
          <p:nvPr>
            <p:ph type="sldNum" sz="quarter" idx="12"/>
          </p:nvPr>
        </p:nvSpPr>
        <p:spPr/>
        <p:txBody>
          <a:bodyPr/>
          <a:lstStyle/>
          <a:p>
            <a:fld id="{7AEFCDAC-3870-41D0-8B1E-62562FC6B346}" type="slidenum">
              <a:rPr lang="en-GB" smtClean="0"/>
              <a:t>‹#›</a:t>
            </a:fld>
            <a:endParaRPr lang="en-GB"/>
          </a:p>
        </p:txBody>
      </p:sp>
      <p:sp>
        <p:nvSpPr>
          <p:cNvPr id="9" name="Rectangle 8">
            <a:extLst>
              <a:ext uri="{FF2B5EF4-FFF2-40B4-BE49-F238E27FC236}">
                <a16:creationId xmlns:a16="http://schemas.microsoft.com/office/drawing/2014/main" id="{92A44FEF-50DF-ABC6-BE54-CEBB645E288C}"/>
              </a:ext>
            </a:extLst>
          </p:cNvPr>
          <p:cNvSpPr/>
          <p:nvPr userDrawn="1"/>
        </p:nvSpPr>
        <p:spPr>
          <a:xfrm>
            <a:off x="0" y="0"/>
            <a:ext cx="1103269" cy="6858001"/>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Speech Bubble: Rectangle 7">
            <a:extLst>
              <a:ext uri="{FF2B5EF4-FFF2-40B4-BE49-F238E27FC236}">
                <a16:creationId xmlns:a16="http://schemas.microsoft.com/office/drawing/2014/main" id="{159230E5-BB58-9D8D-570F-C4939DA80C67}"/>
              </a:ext>
            </a:extLst>
          </p:cNvPr>
          <p:cNvSpPr>
            <a:spLocks noChangeAspect="1"/>
          </p:cNvSpPr>
          <p:nvPr userDrawn="1"/>
        </p:nvSpPr>
        <p:spPr>
          <a:xfrm rot="5400000" flipV="1">
            <a:off x="-3513761" y="2235539"/>
            <a:ext cx="7031736" cy="2405210"/>
          </a:xfrm>
          <a:custGeom>
            <a:avLst/>
            <a:gdLst>
              <a:gd name="connsiteX0" fmla="*/ 0 w 6858000"/>
              <a:gd name="connsiteY0" fmla="*/ 0 h 2178604"/>
              <a:gd name="connsiteX1" fmla="*/ 1143000 w 6858000"/>
              <a:gd name="connsiteY1" fmla="*/ 0 h 2178604"/>
              <a:gd name="connsiteX2" fmla="*/ 1143000 w 6858000"/>
              <a:gd name="connsiteY2" fmla="*/ 0 h 2178604"/>
              <a:gd name="connsiteX3" fmla="*/ 2857500 w 6858000"/>
              <a:gd name="connsiteY3" fmla="*/ 0 h 2178604"/>
              <a:gd name="connsiteX4" fmla="*/ 6858000 w 6858000"/>
              <a:gd name="connsiteY4" fmla="*/ 0 h 2178604"/>
              <a:gd name="connsiteX5" fmla="*/ 6858000 w 6858000"/>
              <a:gd name="connsiteY5" fmla="*/ 1270852 h 2178604"/>
              <a:gd name="connsiteX6" fmla="*/ 6858000 w 6858000"/>
              <a:gd name="connsiteY6" fmla="*/ 1270852 h 2178604"/>
              <a:gd name="connsiteX7" fmla="*/ 6858000 w 6858000"/>
              <a:gd name="connsiteY7" fmla="*/ 1815503 h 2178604"/>
              <a:gd name="connsiteX8" fmla="*/ 6858000 w 6858000"/>
              <a:gd name="connsiteY8" fmla="*/ 2178604 h 2178604"/>
              <a:gd name="connsiteX9" fmla="*/ 2857500 w 6858000"/>
              <a:gd name="connsiteY9" fmla="*/ 2178604 h 2178604"/>
              <a:gd name="connsiteX10" fmla="*/ 2000273 w 6858000"/>
              <a:gd name="connsiteY10" fmla="*/ 2450930 h 2178604"/>
              <a:gd name="connsiteX11" fmla="*/ 1143000 w 6858000"/>
              <a:gd name="connsiteY11" fmla="*/ 2178604 h 2178604"/>
              <a:gd name="connsiteX12" fmla="*/ 0 w 6858000"/>
              <a:gd name="connsiteY12" fmla="*/ 2178604 h 2178604"/>
              <a:gd name="connsiteX13" fmla="*/ 0 w 6858000"/>
              <a:gd name="connsiteY13" fmla="*/ 1815503 h 2178604"/>
              <a:gd name="connsiteX14" fmla="*/ 0 w 6858000"/>
              <a:gd name="connsiteY14" fmla="*/ 1270852 h 2178604"/>
              <a:gd name="connsiteX15" fmla="*/ 0 w 6858000"/>
              <a:gd name="connsiteY15" fmla="*/ 1270852 h 2178604"/>
              <a:gd name="connsiteX16" fmla="*/ 0 w 6858000"/>
              <a:gd name="connsiteY16" fmla="*/ 0 h 2178604"/>
              <a:gd name="connsiteX0" fmla="*/ 0 w 6858000"/>
              <a:gd name="connsiteY0" fmla="*/ 0 h 2450930"/>
              <a:gd name="connsiteX1" fmla="*/ 1143000 w 6858000"/>
              <a:gd name="connsiteY1" fmla="*/ 0 h 2450930"/>
              <a:gd name="connsiteX2" fmla="*/ 1143000 w 6858000"/>
              <a:gd name="connsiteY2" fmla="*/ 0 h 2450930"/>
              <a:gd name="connsiteX3" fmla="*/ 2857500 w 6858000"/>
              <a:gd name="connsiteY3" fmla="*/ 0 h 2450930"/>
              <a:gd name="connsiteX4" fmla="*/ 6858000 w 6858000"/>
              <a:gd name="connsiteY4" fmla="*/ 0 h 2450930"/>
              <a:gd name="connsiteX5" fmla="*/ 6858000 w 6858000"/>
              <a:gd name="connsiteY5" fmla="*/ 1270852 h 2450930"/>
              <a:gd name="connsiteX6" fmla="*/ 6858000 w 6858000"/>
              <a:gd name="connsiteY6" fmla="*/ 1270852 h 2450930"/>
              <a:gd name="connsiteX7" fmla="*/ 6858000 w 6858000"/>
              <a:gd name="connsiteY7" fmla="*/ 1815503 h 2450930"/>
              <a:gd name="connsiteX8" fmla="*/ 6858000 w 6858000"/>
              <a:gd name="connsiteY8" fmla="*/ 2178604 h 2450930"/>
              <a:gd name="connsiteX9" fmla="*/ 2857500 w 6858000"/>
              <a:gd name="connsiteY9" fmla="*/ 2178604 h 2450930"/>
              <a:gd name="connsiteX10" fmla="*/ 2000273 w 6858000"/>
              <a:gd name="connsiteY10" fmla="*/ 2450930 h 2450930"/>
              <a:gd name="connsiteX11" fmla="*/ 1287379 w 6858000"/>
              <a:gd name="connsiteY11" fmla="*/ 2174594 h 2450930"/>
              <a:gd name="connsiteX12" fmla="*/ 0 w 6858000"/>
              <a:gd name="connsiteY12" fmla="*/ 2178604 h 2450930"/>
              <a:gd name="connsiteX13" fmla="*/ 0 w 6858000"/>
              <a:gd name="connsiteY13" fmla="*/ 1815503 h 2450930"/>
              <a:gd name="connsiteX14" fmla="*/ 0 w 6858000"/>
              <a:gd name="connsiteY14" fmla="*/ 1270852 h 2450930"/>
              <a:gd name="connsiteX15" fmla="*/ 0 w 6858000"/>
              <a:gd name="connsiteY15" fmla="*/ 1270852 h 2450930"/>
              <a:gd name="connsiteX16" fmla="*/ 0 w 6858000"/>
              <a:gd name="connsiteY16" fmla="*/ 0 h 2450930"/>
              <a:gd name="connsiteX0" fmla="*/ 0 w 6858000"/>
              <a:gd name="connsiteY0" fmla="*/ 0 h 2450930"/>
              <a:gd name="connsiteX1" fmla="*/ 1143000 w 6858000"/>
              <a:gd name="connsiteY1" fmla="*/ 0 h 2450930"/>
              <a:gd name="connsiteX2" fmla="*/ 1143000 w 6858000"/>
              <a:gd name="connsiteY2" fmla="*/ 0 h 2450930"/>
              <a:gd name="connsiteX3" fmla="*/ 2857500 w 6858000"/>
              <a:gd name="connsiteY3" fmla="*/ 0 h 2450930"/>
              <a:gd name="connsiteX4" fmla="*/ 6858000 w 6858000"/>
              <a:gd name="connsiteY4" fmla="*/ 0 h 2450930"/>
              <a:gd name="connsiteX5" fmla="*/ 6858000 w 6858000"/>
              <a:gd name="connsiteY5" fmla="*/ 1270852 h 2450930"/>
              <a:gd name="connsiteX6" fmla="*/ 6858000 w 6858000"/>
              <a:gd name="connsiteY6" fmla="*/ 1270852 h 2450930"/>
              <a:gd name="connsiteX7" fmla="*/ 6858000 w 6858000"/>
              <a:gd name="connsiteY7" fmla="*/ 1815503 h 2450930"/>
              <a:gd name="connsiteX8" fmla="*/ 6858000 w 6858000"/>
              <a:gd name="connsiteY8" fmla="*/ 2178604 h 2450930"/>
              <a:gd name="connsiteX9" fmla="*/ 2705100 w 6858000"/>
              <a:gd name="connsiteY9" fmla="*/ 2166573 h 2450930"/>
              <a:gd name="connsiteX10" fmla="*/ 2000273 w 6858000"/>
              <a:gd name="connsiteY10" fmla="*/ 2450930 h 2450930"/>
              <a:gd name="connsiteX11" fmla="*/ 1287379 w 6858000"/>
              <a:gd name="connsiteY11" fmla="*/ 2174594 h 2450930"/>
              <a:gd name="connsiteX12" fmla="*/ 0 w 6858000"/>
              <a:gd name="connsiteY12" fmla="*/ 2178604 h 2450930"/>
              <a:gd name="connsiteX13" fmla="*/ 0 w 6858000"/>
              <a:gd name="connsiteY13" fmla="*/ 1815503 h 2450930"/>
              <a:gd name="connsiteX14" fmla="*/ 0 w 6858000"/>
              <a:gd name="connsiteY14" fmla="*/ 1270852 h 2450930"/>
              <a:gd name="connsiteX15" fmla="*/ 0 w 6858000"/>
              <a:gd name="connsiteY15" fmla="*/ 1270852 h 2450930"/>
              <a:gd name="connsiteX16" fmla="*/ 0 w 6858000"/>
              <a:gd name="connsiteY16" fmla="*/ 0 h 2450930"/>
              <a:gd name="connsiteX0" fmla="*/ 0 w 6858000"/>
              <a:gd name="connsiteY0" fmla="*/ 0 h 2450930"/>
              <a:gd name="connsiteX1" fmla="*/ 1143000 w 6858000"/>
              <a:gd name="connsiteY1" fmla="*/ 0 h 2450930"/>
              <a:gd name="connsiteX2" fmla="*/ 1143000 w 6858000"/>
              <a:gd name="connsiteY2" fmla="*/ 0 h 2450930"/>
              <a:gd name="connsiteX3" fmla="*/ 2857500 w 6858000"/>
              <a:gd name="connsiteY3" fmla="*/ 0 h 2450930"/>
              <a:gd name="connsiteX4" fmla="*/ 6858000 w 6858000"/>
              <a:gd name="connsiteY4" fmla="*/ 0 h 2450930"/>
              <a:gd name="connsiteX5" fmla="*/ 6858000 w 6858000"/>
              <a:gd name="connsiteY5" fmla="*/ 1270852 h 2450930"/>
              <a:gd name="connsiteX6" fmla="*/ 6858000 w 6858000"/>
              <a:gd name="connsiteY6" fmla="*/ 1270852 h 2450930"/>
              <a:gd name="connsiteX7" fmla="*/ 6858000 w 6858000"/>
              <a:gd name="connsiteY7" fmla="*/ 1815503 h 2450930"/>
              <a:gd name="connsiteX8" fmla="*/ 6858000 w 6858000"/>
              <a:gd name="connsiteY8" fmla="*/ 2178604 h 2450930"/>
              <a:gd name="connsiteX9" fmla="*/ 2705100 w 6858000"/>
              <a:gd name="connsiteY9" fmla="*/ 2166573 h 2450930"/>
              <a:gd name="connsiteX10" fmla="*/ 2000273 w 6858000"/>
              <a:gd name="connsiteY10" fmla="*/ 2450930 h 2450930"/>
              <a:gd name="connsiteX11" fmla="*/ 423271 w 6858000"/>
              <a:gd name="connsiteY11" fmla="*/ 2188310 h 2450930"/>
              <a:gd name="connsiteX12" fmla="*/ 0 w 6858000"/>
              <a:gd name="connsiteY12" fmla="*/ 2178604 h 2450930"/>
              <a:gd name="connsiteX13" fmla="*/ 0 w 6858000"/>
              <a:gd name="connsiteY13" fmla="*/ 1815503 h 2450930"/>
              <a:gd name="connsiteX14" fmla="*/ 0 w 6858000"/>
              <a:gd name="connsiteY14" fmla="*/ 1270852 h 2450930"/>
              <a:gd name="connsiteX15" fmla="*/ 0 w 6858000"/>
              <a:gd name="connsiteY15" fmla="*/ 1270852 h 2450930"/>
              <a:gd name="connsiteX16" fmla="*/ 0 w 6858000"/>
              <a:gd name="connsiteY16" fmla="*/ 0 h 2450930"/>
              <a:gd name="connsiteX0" fmla="*/ 0 w 6858000"/>
              <a:gd name="connsiteY0" fmla="*/ 0 h 2405210"/>
              <a:gd name="connsiteX1" fmla="*/ 1143000 w 6858000"/>
              <a:gd name="connsiteY1" fmla="*/ 0 h 2405210"/>
              <a:gd name="connsiteX2" fmla="*/ 1143000 w 6858000"/>
              <a:gd name="connsiteY2" fmla="*/ 0 h 2405210"/>
              <a:gd name="connsiteX3" fmla="*/ 2857500 w 6858000"/>
              <a:gd name="connsiteY3" fmla="*/ 0 h 2405210"/>
              <a:gd name="connsiteX4" fmla="*/ 6858000 w 6858000"/>
              <a:gd name="connsiteY4" fmla="*/ 0 h 2405210"/>
              <a:gd name="connsiteX5" fmla="*/ 6858000 w 6858000"/>
              <a:gd name="connsiteY5" fmla="*/ 1270852 h 2405210"/>
              <a:gd name="connsiteX6" fmla="*/ 6858000 w 6858000"/>
              <a:gd name="connsiteY6" fmla="*/ 1270852 h 2405210"/>
              <a:gd name="connsiteX7" fmla="*/ 6858000 w 6858000"/>
              <a:gd name="connsiteY7" fmla="*/ 1815503 h 2405210"/>
              <a:gd name="connsiteX8" fmla="*/ 6858000 w 6858000"/>
              <a:gd name="connsiteY8" fmla="*/ 2178604 h 2405210"/>
              <a:gd name="connsiteX9" fmla="*/ 2705100 w 6858000"/>
              <a:gd name="connsiteY9" fmla="*/ 2166573 h 2405210"/>
              <a:gd name="connsiteX10" fmla="*/ 967001 w 6858000"/>
              <a:gd name="connsiteY10" fmla="*/ 2405210 h 2405210"/>
              <a:gd name="connsiteX11" fmla="*/ 423271 w 6858000"/>
              <a:gd name="connsiteY11" fmla="*/ 2188310 h 2405210"/>
              <a:gd name="connsiteX12" fmla="*/ 0 w 6858000"/>
              <a:gd name="connsiteY12" fmla="*/ 2178604 h 2405210"/>
              <a:gd name="connsiteX13" fmla="*/ 0 w 6858000"/>
              <a:gd name="connsiteY13" fmla="*/ 1815503 h 2405210"/>
              <a:gd name="connsiteX14" fmla="*/ 0 w 6858000"/>
              <a:gd name="connsiteY14" fmla="*/ 1270852 h 2405210"/>
              <a:gd name="connsiteX15" fmla="*/ 0 w 6858000"/>
              <a:gd name="connsiteY15" fmla="*/ 1270852 h 2405210"/>
              <a:gd name="connsiteX16" fmla="*/ 0 w 6858000"/>
              <a:gd name="connsiteY16" fmla="*/ 0 h 2405210"/>
              <a:gd name="connsiteX0" fmla="*/ 0 w 6858000"/>
              <a:gd name="connsiteY0" fmla="*/ 0 h 2405210"/>
              <a:gd name="connsiteX1" fmla="*/ 1143000 w 6858000"/>
              <a:gd name="connsiteY1" fmla="*/ 0 h 2405210"/>
              <a:gd name="connsiteX2" fmla="*/ 1143000 w 6858000"/>
              <a:gd name="connsiteY2" fmla="*/ 0 h 2405210"/>
              <a:gd name="connsiteX3" fmla="*/ 2857500 w 6858000"/>
              <a:gd name="connsiteY3" fmla="*/ 0 h 2405210"/>
              <a:gd name="connsiteX4" fmla="*/ 6858000 w 6858000"/>
              <a:gd name="connsiteY4" fmla="*/ 0 h 2405210"/>
              <a:gd name="connsiteX5" fmla="*/ 6858000 w 6858000"/>
              <a:gd name="connsiteY5" fmla="*/ 1270852 h 2405210"/>
              <a:gd name="connsiteX6" fmla="*/ 6858000 w 6858000"/>
              <a:gd name="connsiteY6" fmla="*/ 1270852 h 2405210"/>
              <a:gd name="connsiteX7" fmla="*/ 6858000 w 6858000"/>
              <a:gd name="connsiteY7" fmla="*/ 1815503 h 2405210"/>
              <a:gd name="connsiteX8" fmla="*/ 6858000 w 6858000"/>
              <a:gd name="connsiteY8" fmla="*/ 2178604 h 2405210"/>
              <a:gd name="connsiteX9" fmla="*/ 1278636 w 6858000"/>
              <a:gd name="connsiteY9" fmla="*/ 2171145 h 2405210"/>
              <a:gd name="connsiteX10" fmla="*/ 967001 w 6858000"/>
              <a:gd name="connsiteY10" fmla="*/ 2405210 h 2405210"/>
              <a:gd name="connsiteX11" fmla="*/ 423271 w 6858000"/>
              <a:gd name="connsiteY11" fmla="*/ 2188310 h 2405210"/>
              <a:gd name="connsiteX12" fmla="*/ 0 w 6858000"/>
              <a:gd name="connsiteY12" fmla="*/ 2178604 h 2405210"/>
              <a:gd name="connsiteX13" fmla="*/ 0 w 6858000"/>
              <a:gd name="connsiteY13" fmla="*/ 1815503 h 2405210"/>
              <a:gd name="connsiteX14" fmla="*/ 0 w 6858000"/>
              <a:gd name="connsiteY14" fmla="*/ 1270852 h 2405210"/>
              <a:gd name="connsiteX15" fmla="*/ 0 w 6858000"/>
              <a:gd name="connsiteY15" fmla="*/ 1270852 h 2405210"/>
              <a:gd name="connsiteX16" fmla="*/ 0 w 6858000"/>
              <a:gd name="connsiteY16" fmla="*/ 0 h 2405210"/>
              <a:gd name="connsiteX0" fmla="*/ 0 w 6858000"/>
              <a:gd name="connsiteY0" fmla="*/ 0 h 2405210"/>
              <a:gd name="connsiteX1" fmla="*/ 1143000 w 6858000"/>
              <a:gd name="connsiteY1" fmla="*/ 0 h 2405210"/>
              <a:gd name="connsiteX2" fmla="*/ 1143000 w 6858000"/>
              <a:gd name="connsiteY2" fmla="*/ 0 h 2405210"/>
              <a:gd name="connsiteX3" fmla="*/ 2857500 w 6858000"/>
              <a:gd name="connsiteY3" fmla="*/ 0 h 2405210"/>
              <a:gd name="connsiteX4" fmla="*/ 6858000 w 6858000"/>
              <a:gd name="connsiteY4" fmla="*/ 0 h 2405210"/>
              <a:gd name="connsiteX5" fmla="*/ 6858000 w 6858000"/>
              <a:gd name="connsiteY5" fmla="*/ 1270852 h 2405210"/>
              <a:gd name="connsiteX6" fmla="*/ 6858000 w 6858000"/>
              <a:gd name="connsiteY6" fmla="*/ 1270852 h 2405210"/>
              <a:gd name="connsiteX7" fmla="*/ 6858000 w 6858000"/>
              <a:gd name="connsiteY7" fmla="*/ 1815503 h 2405210"/>
              <a:gd name="connsiteX8" fmla="*/ 6858000 w 6858000"/>
              <a:gd name="connsiteY8" fmla="*/ 2178604 h 2405210"/>
              <a:gd name="connsiteX9" fmla="*/ 1415796 w 6858000"/>
              <a:gd name="connsiteY9" fmla="*/ 2162001 h 2405210"/>
              <a:gd name="connsiteX10" fmla="*/ 967001 w 6858000"/>
              <a:gd name="connsiteY10" fmla="*/ 2405210 h 2405210"/>
              <a:gd name="connsiteX11" fmla="*/ 423271 w 6858000"/>
              <a:gd name="connsiteY11" fmla="*/ 2188310 h 2405210"/>
              <a:gd name="connsiteX12" fmla="*/ 0 w 6858000"/>
              <a:gd name="connsiteY12" fmla="*/ 2178604 h 2405210"/>
              <a:gd name="connsiteX13" fmla="*/ 0 w 6858000"/>
              <a:gd name="connsiteY13" fmla="*/ 1815503 h 2405210"/>
              <a:gd name="connsiteX14" fmla="*/ 0 w 6858000"/>
              <a:gd name="connsiteY14" fmla="*/ 1270852 h 2405210"/>
              <a:gd name="connsiteX15" fmla="*/ 0 w 6858000"/>
              <a:gd name="connsiteY15" fmla="*/ 1270852 h 2405210"/>
              <a:gd name="connsiteX16" fmla="*/ 0 w 6858000"/>
              <a:gd name="connsiteY16" fmla="*/ 0 h 2405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8000" h="2405210">
                <a:moveTo>
                  <a:pt x="0" y="0"/>
                </a:moveTo>
                <a:lnTo>
                  <a:pt x="1143000" y="0"/>
                </a:lnTo>
                <a:lnTo>
                  <a:pt x="1143000" y="0"/>
                </a:lnTo>
                <a:lnTo>
                  <a:pt x="2857500" y="0"/>
                </a:lnTo>
                <a:lnTo>
                  <a:pt x="6858000" y="0"/>
                </a:lnTo>
                <a:lnTo>
                  <a:pt x="6858000" y="1270852"/>
                </a:lnTo>
                <a:lnTo>
                  <a:pt x="6858000" y="1270852"/>
                </a:lnTo>
                <a:lnTo>
                  <a:pt x="6858000" y="1815503"/>
                </a:lnTo>
                <a:lnTo>
                  <a:pt x="6858000" y="2178604"/>
                </a:lnTo>
                <a:lnTo>
                  <a:pt x="1415796" y="2162001"/>
                </a:lnTo>
                <a:lnTo>
                  <a:pt x="967001" y="2405210"/>
                </a:lnTo>
                <a:lnTo>
                  <a:pt x="423271" y="2188310"/>
                </a:lnTo>
                <a:lnTo>
                  <a:pt x="0" y="2178604"/>
                </a:lnTo>
                <a:lnTo>
                  <a:pt x="0" y="1815503"/>
                </a:lnTo>
                <a:lnTo>
                  <a:pt x="0" y="1270852"/>
                </a:lnTo>
                <a:lnTo>
                  <a:pt x="0" y="1270852"/>
                </a:lnTo>
                <a:lnTo>
                  <a:pt x="0" y="0"/>
                </a:lnTo>
                <a:close/>
              </a:path>
            </a:pathLst>
          </a:custGeom>
          <a:blipFill dpi="0" rotWithShape="0">
            <a:blip r:embed="rId2">
              <a:extLst>
                <a:ext uri="{28A0092B-C50C-407E-A947-70E740481C1C}">
                  <a14:useLocalDpi xmlns:a14="http://schemas.microsoft.com/office/drawing/2010/main" val="0"/>
                </a:ext>
              </a:extLst>
            </a:blip>
            <a:srcRect/>
            <a:stretch>
              <a:fillRect l="-149006" r="-149006"/>
            </a:stretch>
          </a:blip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0" name="Picture 9" descr="A blue curved line on a black background&#10;&#10;Description automatically generated">
            <a:extLst>
              <a:ext uri="{FF2B5EF4-FFF2-40B4-BE49-F238E27FC236}">
                <a16:creationId xmlns:a16="http://schemas.microsoft.com/office/drawing/2014/main" id="{4D965DA2-4F68-52CC-9438-4E8C3E41144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179362" y="5823440"/>
            <a:ext cx="1796070" cy="898035"/>
          </a:xfrm>
          <a:prstGeom prst="rect">
            <a:avLst/>
          </a:prstGeom>
        </p:spPr>
      </p:pic>
      <p:sp>
        <p:nvSpPr>
          <p:cNvPr id="11" name="Title 1">
            <a:extLst>
              <a:ext uri="{FF2B5EF4-FFF2-40B4-BE49-F238E27FC236}">
                <a16:creationId xmlns:a16="http://schemas.microsoft.com/office/drawing/2014/main" id="{65E8F2D8-E340-02E4-05A4-B721D5018E18}"/>
              </a:ext>
            </a:extLst>
          </p:cNvPr>
          <p:cNvSpPr>
            <a:spLocks noGrp="1"/>
          </p:cNvSpPr>
          <p:nvPr>
            <p:ph type="title"/>
          </p:nvPr>
        </p:nvSpPr>
        <p:spPr>
          <a:xfrm>
            <a:off x="1545988" y="573505"/>
            <a:ext cx="9922111" cy="713874"/>
          </a:xfrm>
        </p:spPr>
        <p:txBody>
          <a:bodyPr>
            <a:normAutofit/>
          </a:bodyPr>
          <a:lstStyle>
            <a:lvl1pPr>
              <a:defRPr sz="3200">
                <a:solidFill>
                  <a:schemeClr val="tx1"/>
                </a:solidFill>
              </a:defRPr>
            </a:lvl1pPr>
          </a:lstStyle>
          <a:p>
            <a:r>
              <a:rPr lang="en-US"/>
              <a:t>Click to edit Master title style</a:t>
            </a:r>
            <a:endParaRPr lang="en-GB" dirty="0"/>
          </a:p>
        </p:txBody>
      </p:sp>
      <p:cxnSp>
        <p:nvCxnSpPr>
          <p:cNvPr id="12" name="Straight Connector 11">
            <a:extLst>
              <a:ext uri="{FF2B5EF4-FFF2-40B4-BE49-F238E27FC236}">
                <a16:creationId xmlns:a16="http://schemas.microsoft.com/office/drawing/2014/main" id="{B5632138-2C46-E607-5EE7-C2CB303AACE3}"/>
              </a:ext>
            </a:extLst>
          </p:cNvPr>
          <p:cNvCxnSpPr>
            <a:cxnSpLocks/>
          </p:cNvCxnSpPr>
          <p:nvPr userDrawn="1"/>
        </p:nvCxnSpPr>
        <p:spPr>
          <a:xfrm>
            <a:off x="1545988" y="1287379"/>
            <a:ext cx="10389338" cy="0"/>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20727503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5468B-F2CE-C32C-6EDA-DC43017B88D2}"/>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4A0632E-6EA2-5E97-F9B8-2B99251E0CD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16F423C-5026-CEE6-0D38-A19579C0C5F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50425235-A4AA-CE02-A2AA-457095546DC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56744D7-E9D6-FEA8-39DA-8C83460F5F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451913C4-EE51-8CC7-431C-ED981B6AD5F0}"/>
              </a:ext>
            </a:extLst>
          </p:cNvPr>
          <p:cNvSpPr>
            <a:spLocks noGrp="1"/>
          </p:cNvSpPr>
          <p:nvPr>
            <p:ph type="dt" sz="half" idx="10"/>
          </p:nvPr>
        </p:nvSpPr>
        <p:spPr/>
        <p:txBody>
          <a:bodyPr/>
          <a:lstStyle/>
          <a:p>
            <a:fld id="{2E15449A-E018-43C0-BB8E-C2F2F76F33E2}" type="datetimeFigureOut">
              <a:rPr lang="en-GB" smtClean="0"/>
              <a:t>01/09/2025</a:t>
            </a:fld>
            <a:endParaRPr lang="en-GB"/>
          </a:p>
        </p:txBody>
      </p:sp>
      <p:sp>
        <p:nvSpPr>
          <p:cNvPr id="8" name="Footer Placeholder 7">
            <a:extLst>
              <a:ext uri="{FF2B5EF4-FFF2-40B4-BE49-F238E27FC236}">
                <a16:creationId xmlns:a16="http://schemas.microsoft.com/office/drawing/2014/main" id="{909B0688-38FE-2268-2910-995ED89C3603}"/>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7555EA1E-D6E8-633E-0385-3989351834A8}"/>
              </a:ext>
            </a:extLst>
          </p:cNvPr>
          <p:cNvSpPr>
            <a:spLocks noGrp="1"/>
          </p:cNvSpPr>
          <p:nvPr>
            <p:ph type="sldNum" sz="quarter" idx="12"/>
          </p:nvPr>
        </p:nvSpPr>
        <p:spPr/>
        <p:txBody>
          <a:bodyPr/>
          <a:lstStyle/>
          <a:p>
            <a:fld id="{7AEFCDAC-3870-41D0-8B1E-62562FC6B346}" type="slidenum">
              <a:rPr lang="en-GB" smtClean="0"/>
              <a:t>‹#›</a:t>
            </a:fld>
            <a:endParaRPr lang="en-GB"/>
          </a:p>
        </p:txBody>
      </p:sp>
    </p:spTree>
    <p:extLst>
      <p:ext uri="{BB962C8B-B14F-4D97-AF65-F5344CB8AC3E}">
        <p14:creationId xmlns:p14="http://schemas.microsoft.com/office/powerpoint/2010/main" val="36616985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F998F-0993-F7FE-5F70-36126E2371EA}"/>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25B1DDF9-9B93-A06A-7679-7FCE7C772321}"/>
              </a:ext>
            </a:extLst>
          </p:cNvPr>
          <p:cNvSpPr>
            <a:spLocks noGrp="1"/>
          </p:cNvSpPr>
          <p:nvPr>
            <p:ph type="dt" sz="half" idx="10"/>
          </p:nvPr>
        </p:nvSpPr>
        <p:spPr/>
        <p:txBody>
          <a:bodyPr/>
          <a:lstStyle/>
          <a:p>
            <a:fld id="{2E15449A-E018-43C0-BB8E-C2F2F76F33E2}" type="datetimeFigureOut">
              <a:rPr lang="en-GB" smtClean="0"/>
              <a:t>01/09/2025</a:t>
            </a:fld>
            <a:endParaRPr lang="en-GB"/>
          </a:p>
        </p:txBody>
      </p:sp>
      <p:sp>
        <p:nvSpPr>
          <p:cNvPr id="4" name="Footer Placeholder 3">
            <a:extLst>
              <a:ext uri="{FF2B5EF4-FFF2-40B4-BE49-F238E27FC236}">
                <a16:creationId xmlns:a16="http://schemas.microsoft.com/office/drawing/2014/main" id="{BC6FF9C7-5DF8-03FE-5619-C63D3407E23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29D55FF0-D8CB-ACAA-E157-B570723542BC}"/>
              </a:ext>
            </a:extLst>
          </p:cNvPr>
          <p:cNvSpPr>
            <a:spLocks noGrp="1"/>
          </p:cNvSpPr>
          <p:nvPr>
            <p:ph type="sldNum" sz="quarter" idx="12"/>
          </p:nvPr>
        </p:nvSpPr>
        <p:spPr/>
        <p:txBody>
          <a:bodyPr/>
          <a:lstStyle/>
          <a:p>
            <a:fld id="{7AEFCDAC-3870-41D0-8B1E-62562FC6B346}" type="slidenum">
              <a:rPr lang="en-GB" smtClean="0"/>
              <a:t>‹#›</a:t>
            </a:fld>
            <a:endParaRPr lang="en-GB"/>
          </a:p>
        </p:txBody>
      </p:sp>
    </p:spTree>
    <p:extLst>
      <p:ext uri="{BB962C8B-B14F-4D97-AF65-F5344CB8AC3E}">
        <p14:creationId xmlns:p14="http://schemas.microsoft.com/office/powerpoint/2010/main" val="40278911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9E905F7-DEEB-44C2-61F8-5D215F15774A}"/>
              </a:ext>
            </a:extLst>
          </p:cNvPr>
          <p:cNvSpPr>
            <a:spLocks noGrp="1"/>
          </p:cNvSpPr>
          <p:nvPr>
            <p:ph type="dt" sz="half" idx="10"/>
          </p:nvPr>
        </p:nvSpPr>
        <p:spPr/>
        <p:txBody>
          <a:bodyPr/>
          <a:lstStyle/>
          <a:p>
            <a:fld id="{2E15449A-E018-43C0-BB8E-C2F2F76F33E2}" type="datetimeFigureOut">
              <a:rPr lang="en-GB" smtClean="0"/>
              <a:t>01/09/2025</a:t>
            </a:fld>
            <a:endParaRPr lang="en-GB"/>
          </a:p>
        </p:txBody>
      </p:sp>
      <p:sp>
        <p:nvSpPr>
          <p:cNvPr id="3" name="Footer Placeholder 2">
            <a:extLst>
              <a:ext uri="{FF2B5EF4-FFF2-40B4-BE49-F238E27FC236}">
                <a16:creationId xmlns:a16="http://schemas.microsoft.com/office/drawing/2014/main" id="{38637749-8099-6608-14C7-67C2248837E5}"/>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69054714-41FC-361B-028B-489D2274CC98}"/>
              </a:ext>
            </a:extLst>
          </p:cNvPr>
          <p:cNvSpPr>
            <a:spLocks noGrp="1"/>
          </p:cNvSpPr>
          <p:nvPr>
            <p:ph type="sldNum" sz="quarter" idx="12"/>
          </p:nvPr>
        </p:nvSpPr>
        <p:spPr/>
        <p:txBody>
          <a:bodyPr/>
          <a:lstStyle/>
          <a:p>
            <a:fld id="{7AEFCDAC-3870-41D0-8B1E-62562FC6B346}" type="slidenum">
              <a:rPr lang="en-GB" smtClean="0"/>
              <a:t>‹#›</a:t>
            </a:fld>
            <a:endParaRPr lang="en-GB"/>
          </a:p>
        </p:txBody>
      </p:sp>
    </p:spTree>
    <p:extLst>
      <p:ext uri="{BB962C8B-B14F-4D97-AF65-F5344CB8AC3E}">
        <p14:creationId xmlns:p14="http://schemas.microsoft.com/office/powerpoint/2010/main" val="32691836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66B55-6259-0EC7-162C-ED3E0E1E11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2A8A9A5-F7DA-DA42-32F0-1D48E5899D9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BF3A0842-1AE8-CBD3-F1D4-F517224B8D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783765-438C-A2EE-6284-DB5BBD1CD764}"/>
              </a:ext>
            </a:extLst>
          </p:cNvPr>
          <p:cNvSpPr>
            <a:spLocks noGrp="1"/>
          </p:cNvSpPr>
          <p:nvPr>
            <p:ph type="dt" sz="half" idx="10"/>
          </p:nvPr>
        </p:nvSpPr>
        <p:spPr/>
        <p:txBody>
          <a:bodyPr/>
          <a:lstStyle/>
          <a:p>
            <a:fld id="{2E15449A-E018-43C0-BB8E-C2F2F76F33E2}" type="datetimeFigureOut">
              <a:rPr lang="en-GB" smtClean="0"/>
              <a:t>01/09/2025</a:t>
            </a:fld>
            <a:endParaRPr lang="en-GB"/>
          </a:p>
        </p:txBody>
      </p:sp>
      <p:sp>
        <p:nvSpPr>
          <p:cNvPr id="6" name="Footer Placeholder 5">
            <a:extLst>
              <a:ext uri="{FF2B5EF4-FFF2-40B4-BE49-F238E27FC236}">
                <a16:creationId xmlns:a16="http://schemas.microsoft.com/office/drawing/2014/main" id="{727989D9-FE13-500C-CC87-31B7F00B6B0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1D8CF77-0F65-E774-0EF4-7F692531B4DF}"/>
              </a:ext>
            </a:extLst>
          </p:cNvPr>
          <p:cNvSpPr>
            <a:spLocks noGrp="1"/>
          </p:cNvSpPr>
          <p:nvPr>
            <p:ph type="sldNum" sz="quarter" idx="12"/>
          </p:nvPr>
        </p:nvSpPr>
        <p:spPr/>
        <p:txBody>
          <a:bodyPr/>
          <a:lstStyle/>
          <a:p>
            <a:fld id="{7AEFCDAC-3870-41D0-8B1E-62562FC6B346}" type="slidenum">
              <a:rPr lang="en-GB" smtClean="0"/>
              <a:t>‹#›</a:t>
            </a:fld>
            <a:endParaRPr lang="en-GB"/>
          </a:p>
        </p:txBody>
      </p:sp>
    </p:spTree>
    <p:extLst>
      <p:ext uri="{BB962C8B-B14F-4D97-AF65-F5344CB8AC3E}">
        <p14:creationId xmlns:p14="http://schemas.microsoft.com/office/powerpoint/2010/main" val="42407766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021FD-54B5-8366-489A-19F7C383A7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11EE1716-E979-BA83-90E9-A6139C599CF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a:p>
        </p:txBody>
      </p:sp>
      <p:sp>
        <p:nvSpPr>
          <p:cNvPr id="4" name="Text Placeholder 3">
            <a:extLst>
              <a:ext uri="{FF2B5EF4-FFF2-40B4-BE49-F238E27FC236}">
                <a16:creationId xmlns:a16="http://schemas.microsoft.com/office/drawing/2014/main" id="{48E7ADA2-458B-E356-C46A-6F2237698C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1FDF24-1525-20F3-4C84-AC47A1655E2D}"/>
              </a:ext>
            </a:extLst>
          </p:cNvPr>
          <p:cNvSpPr>
            <a:spLocks noGrp="1"/>
          </p:cNvSpPr>
          <p:nvPr>
            <p:ph type="dt" sz="half" idx="10"/>
          </p:nvPr>
        </p:nvSpPr>
        <p:spPr/>
        <p:txBody>
          <a:bodyPr/>
          <a:lstStyle/>
          <a:p>
            <a:fld id="{2E15449A-E018-43C0-BB8E-C2F2F76F33E2}" type="datetimeFigureOut">
              <a:rPr lang="en-GB" smtClean="0"/>
              <a:t>01/09/2025</a:t>
            </a:fld>
            <a:endParaRPr lang="en-GB"/>
          </a:p>
        </p:txBody>
      </p:sp>
      <p:sp>
        <p:nvSpPr>
          <p:cNvPr id="6" name="Footer Placeholder 5">
            <a:extLst>
              <a:ext uri="{FF2B5EF4-FFF2-40B4-BE49-F238E27FC236}">
                <a16:creationId xmlns:a16="http://schemas.microsoft.com/office/drawing/2014/main" id="{0870687C-0C02-8886-5867-C664DFD770B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57EA1EC-142F-EBC3-FB05-CCF555F7E49A}"/>
              </a:ext>
            </a:extLst>
          </p:cNvPr>
          <p:cNvSpPr>
            <a:spLocks noGrp="1"/>
          </p:cNvSpPr>
          <p:nvPr>
            <p:ph type="sldNum" sz="quarter" idx="12"/>
          </p:nvPr>
        </p:nvSpPr>
        <p:spPr/>
        <p:txBody>
          <a:bodyPr/>
          <a:lstStyle/>
          <a:p>
            <a:fld id="{7AEFCDAC-3870-41D0-8B1E-62562FC6B346}" type="slidenum">
              <a:rPr lang="en-GB" smtClean="0"/>
              <a:t>‹#›</a:t>
            </a:fld>
            <a:endParaRPr lang="en-GB"/>
          </a:p>
        </p:txBody>
      </p:sp>
    </p:spTree>
    <p:extLst>
      <p:ext uri="{BB962C8B-B14F-4D97-AF65-F5344CB8AC3E}">
        <p14:creationId xmlns:p14="http://schemas.microsoft.com/office/powerpoint/2010/main" val="39761144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E5B51-729A-65B7-70EA-90093972985B}"/>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8F12B03-FB6F-DBA4-D0C7-89AC22FCF17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DEA971A-0736-8D5C-582C-EE85D91C1F3C}"/>
              </a:ext>
            </a:extLst>
          </p:cNvPr>
          <p:cNvSpPr>
            <a:spLocks noGrp="1"/>
          </p:cNvSpPr>
          <p:nvPr>
            <p:ph type="dt" sz="half" idx="10"/>
          </p:nvPr>
        </p:nvSpPr>
        <p:spPr/>
        <p:txBody>
          <a:bodyPr/>
          <a:lstStyle/>
          <a:p>
            <a:fld id="{2E15449A-E018-43C0-BB8E-C2F2F76F33E2}" type="datetimeFigureOut">
              <a:rPr lang="en-GB" smtClean="0"/>
              <a:t>01/09/2025</a:t>
            </a:fld>
            <a:endParaRPr lang="en-GB"/>
          </a:p>
        </p:txBody>
      </p:sp>
      <p:sp>
        <p:nvSpPr>
          <p:cNvPr id="5" name="Footer Placeholder 4">
            <a:extLst>
              <a:ext uri="{FF2B5EF4-FFF2-40B4-BE49-F238E27FC236}">
                <a16:creationId xmlns:a16="http://schemas.microsoft.com/office/drawing/2014/main" id="{557436A6-3F06-561C-2388-31C096F16D7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AC17996-D6C6-2DD8-14DE-52294EA50807}"/>
              </a:ext>
            </a:extLst>
          </p:cNvPr>
          <p:cNvSpPr>
            <a:spLocks noGrp="1"/>
          </p:cNvSpPr>
          <p:nvPr>
            <p:ph type="sldNum" sz="quarter" idx="12"/>
          </p:nvPr>
        </p:nvSpPr>
        <p:spPr/>
        <p:txBody>
          <a:bodyPr/>
          <a:lstStyle/>
          <a:p>
            <a:fld id="{7AEFCDAC-3870-41D0-8B1E-62562FC6B346}" type="slidenum">
              <a:rPr lang="en-GB" smtClean="0"/>
              <a:t>‹#›</a:t>
            </a:fld>
            <a:endParaRPr lang="en-GB"/>
          </a:p>
        </p:txBody>
      </p:sp>
    </p:spTree>
    <p:extLst>
      <p:ext uri="{BB962C8B-B14F-4D97-AF65-F5344CB8AC3E}">
        <p14:creationId xmlns:p14="http://schemas.microsoft.com/office/powerpoint/2010/main" val="8257742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E982BA3-C098-93F2-22DA-0DD68724655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57EC3EFF-C1F2-4C7D-4733-08278676346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B3540CF-4927-E0EB-571E-ACA8545AFC91}"/>
              </a:ext>
            </a:extLst>
          </p:cNvPr>
          <p:cNvSpPr>
            <a:spLocks noGrp="1"/>
          </p:cNvSpPr>
          <p:nvPr>
            <p:ph type="dt" sz="half" idx="10"/>
          </p:nvPr>
        </p:nvSpPr>
        <p:spPr/>
        <p:txBody>
          <a:bodyPr/>
          <a:lstStyle/>
          <a:p>
            <a:fld id="{2E15449A-E018-43C0-BB8E-C2F2F76F33E2}" type="datetimeFigureOut">
              <a:rPr lang="en-GB" smtClean="0"/>
              <a:t>01/09/2025</a:t>
            </a:fld>
            <a:endParaRPr lang="en-GB"/>
          </a:p>
        </p:txBody>
      </p:sp>
      <p:sp>
        <p:nvSpPr>
          <p:cNvPr id="5" name="Footer Placeholder 4">
            <a:extLst>
              <a:ext uri="{FF2B5EF4-FFF2-40B4-BE49-F238E27FC236}">
                <a16:creationId xmlns:a16="http://schemas.microsoft.com/office/drawing/2014/main" id="{FAE28EB1-A36B-A722-CF5B-772F1C01B2A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35B33F0-085B-4D65-ADDF-52357FFDC320}"/>
              </a:ext>
            </a:extLst>
          </p:cNvPr>
          <p:cNvSpPr>
            <a:spLocks noGrp="1"/>
          </p:cNvSpPr>
          <p:nvPr>
            <p:ph type="sldNum" sz="quarter" idx="12"/>
          </p:nvPr>
        </p:nvSpPr>
        <p:spPr/>
        <p:txBody>
          <a:bodyPr/>
          <a:lstStyle/>
          <a:p>
            <a:fld id="{7AEFCDAC-3870-41D0-8B1E-62562FC6B346}" type="slidenum">
              <a:rPr lang="en-GB" smtClean="0"/>
              <a:t>‹#›</a:t>
            </a:fld>
            <a:endParaRPr lang="en-GB"/>
          </a:p>
        </p:txBody>
      </p:sp>
    </p:spTree>
    <p:extLst>
      <p:ext uri="{BB962C8B-B14F-4D97-AF65-F5344CB8AC3E}">
        <p14:creationId xmlns:p14="http://schemas.microsoft.com/office/powerpoint/2010/main" val="32664115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bg>
      <p:bgPr>
        <a:solidFill>
          <a:srgbClr val="0079C1"/>
        </a:solidFill>
        <a:effectLst/>
      </p:bgPr>
    </p:bg>
    <p:spTree>
      <p:nvGrpSpPr>
        <p:cNvPr id="1" name=""/>
        <p:cNvGrpSpPr/>
        <p:nvPr/>
      </p:nvGrpSpPr>
      <p:grpSpPr>
        <a:xfrm>
          <a:off x="0" y="0"/>
          <a:ext cx="0" cy="0"/>
          <a:chOff x="0" y="0"/>
          <a:chExt cx="0" cy="0"/>
        </a:xfrm>
      </p:grpSpPr>
      <p:sp>
        <p:nvSpPr>
          <p:cNvPr id="4" name="Freeform 33"/>
          <p:cNvSpPr>
            <a:spLocks/>
          </p:cNvSpPr>
          <p:nvPr/>
        </p:nvSpPr>
        <p:spPr bwMode="auto">
          <a:xfrm>
            <a:off x="1" y="0"/>
            <a:ext cx="12213167" cy="2400300"/>
          </a:xfrm>
          <a:custGeom>
            <a:avLst/>
            <a:gdLst/>
            <a:ahLst/>
            <a:cxnLst>
              <a:cxn ang="0">
                <a:pos x="0" y="0"/>
              </a:cxn>
              <a:cxn ang="0">
                <a:pos x="0" y="1368"/>
              </a:cxn>
              <a:cxn ang="0">
                <a:pos x="1008" y="1368"/>
              </a:cxn>
              <a:cxn ang="0">
                <a:pos x="1152" y="1512"/>
              </a:cxn>
              <a:cxn ang="0">
                <a:pos x="1296" y="1368"/>
              </a:cxn>
              <a:cxn ang="0">
                <a:pos x="5760" y="1368"/>
              </a:cxn>
              <a:cxn ang="0">
                <a:pos x="5760" y="0"/>
              </a:cxn>
              <a:cxn ang="0">
                <a:pos x="0" y="0"/>
              </a:cxn>
            </a:cxnLst>
            <a:rect l="0" t="0" r="r" b="b"/>
            <a:pathLst>
              <a:path w="5760" h="1512">
                <a:moveTo>
                  <a:pt x="0" y="0"/>
                </a:moveTo>
                <a:lnTo>
                  <a:pt x="0" y="1368"/>
                </a:lnTo>
                <a:lnTo>
                  <a:pt x="1008" y="1368"/>
                </a:lnTo>
                <a:lnTo>
                  <a:pt x="1152" y="1512"/>
                </a:lnTo>
                <a:lnTo>
                  <a:pt x="1296" y="1368"/>
                </a:lnTo>
                <a:lnTo>
                  <a:pt x="5760" y="1368"/>
                </a:lnTo>
                <a:lnTo>
                  <a:pt x="5760" y="0"/>
                </a:lnTo>
                <a:lnTo>
                  <a:pt x="0" y="0"/>
                </a:lnTo>
                <a:close/>
              </a:path>
            </a:pathLst>
          </a:custGeom>
          <a:solidFill>
            <a:schemeClr val="bg1"/>
          </a:solidFill>
          <a:ln w="9525">
            <a:noFill/>
            <a:round/>
            <a:headEnd/>
            <a:tailEnd/>
          </a:ln>
          <a:effectLst/>
        </p:spPr>
        <p:txBody>
          <a:bodyPr/>
          <a:lstStyle/>
          <a:p>
            <a:pPr>
              <a:defRPr/>
            </a:pPr>
            <a:endParaRPr lang="en-GB" sz="1200" dirty="0"/>
          </a:p>
        </p:txBody>
      </p:sp>
      <p:sp>
        <p:nvSpPr>
          <p:cNvPr id="43022" name="Rectangle 14"/>
          <p:cNvSpPr>
            <a:spLocks noGrp="1" noChangeArrowheads="1"/>
          </p:cNvSpPr>
          <p:nvPr>
            <p:ph type="ctrTitle" sz="quarter" hasCustomPrompt="1"/>
          </p:nvPr>
        </p:nvSpPr>
        <p:spPr>
          <a:xfrm>
            <a:off x="791634" y="1337796"/>
            <a:ext cx="10725151" cy="523220"/>
          </a:xfrm>
        </p:spPr>
        <p:txBody>
          <a:bodyPr anchor="ctr"/>
          <a:lstStyle>
            <a:lvl1pPr>
              <a:defRPr>
                <a:solidFill>
                  <a:srgbClr val="0079C1"/>
                </a:solidFill>
              </a:defRPr>
            </a:lvl1pPr>
          </a:lstStyle>
          <a:p>
            <a:r>
              <a:rPr lang="en-US" dirty="0"/>
              <a:t>Course Title</a:t>
            </a:r>
          </a:p>
        </p:txBody>
      </p:sp>
      <p:sp>
        <p:nvSpPr>
          <p:cNvPr id="43023" name="Rectangle 15"/>
          <p:cNvSpPr>
            <a:spLocks noGrp="1" noChangeArrowheads="1"/>
          </p:cNvSpPr>
          <p:nvPr>
            <p:ph type="subTitle" sz="quarter" idx="1" hasCustomPrompt="1"/>
          </p:nvPr>
        </p:nvSpPr>
        <p:spPr>
          <a:xfrm>
            <a:off x="811766" y="5164139"/>
            <a:ext cx="10725151" cy="503237"/>
          </a:xfrm>
        </p:spPr>
        <p:txBody>
          <a:bodyPr/>
          <a:lstStyle>
            <a:lvl1pPr marL="0" indent="0">
              <a:spcBef>
                <a:spcPct val="20000"/>
              </a:spcBef>
              <a:spcAft>
                <a:spcPct val="0"/>
              </a:spcAft>
              <a:buFont typeface="Wingdings" pitchFamily="2" charset="2"/>
              <a:buNone/>
              <a:defRPr sz="2000" baseline="0">
                <a:solidFill>
                  <a:schemeClr val="bg1"/>
                </a:solidFill>
              </a:defRPr>
            </a:lvl1pPr>
          </a:lstStyle>
          <a:p>
            <a:r>
              <a:rPr lang="en-GB" dirty="0"/>
              <a:t>Course Module X – Module Title</a:t>
            </a:r>
          </a:p>
        </p:txBody>
      </p:sp>
      <p:pic>
        <p:nvPicPr>
          <p:cNvPr id="11" name="Picture 10"/>
          <p:cNvPicPr>
            <a:picLocks noChangeAspect="1"/>
          </p:cNvPicPr>
          <p:nvPr userDrawn="1"/>
        </p:nvPicPr>
        <p:blipFill>
          <a:blip r:embed="rId2"/>
          <a:stretch>
            <a:fillRect/>
          </a:stretch>
        </p:blipFill>
        <p:spPr>
          <a:xfrm>
            <a:off x="9284979" y="270998"/>
            <a:ext cx="2235200" cy="838200"/>
          </a:xfrm>
          <a:prstGeom prst="rect">
            <a:avLst/>
          </a:prstGeom>
        </p:spPr>
      </p:pic>
      <p:pic>
        <p:nvPicPr>
          <p:cNvPr id="13" name="Picture 12"/>
          <p:cNvPicPr>
            <a:picLocks noChangeAspect="1"/>
          </p:cNvPicPr>
          <p:nvPr userDrawn="1"/>
        </p:nvPicPr>
        <p:blipFill>
          <a:blip r:embed="rId3"/>
          <a:stretch>
            <a:fillRect/>
          </a:stretch>
        </p:blipFill>
        <p:spPr>
          <a:xfrm>
            <a:off x="4479457" y="2857496"/>
            <a:ext cx="3245763" cy="1828800"/>
          </a:xfrm>
          <a:prstGeom prst="rect">
            <a:avLst/>
          </a:prstGeom>
          <a:effectLst>
            <a:outerShdw blurRad="50800" dist="38100" dir="2700000" algn="tl" rotWithShape="0">
              <a:prstClr val="black">
                <a:alpha val="40000"/>
              </a:prstClr>
            </a:outerShdw>
          </a:effectLst>
        </p:spPr>
      </p:pic>
      <p:pic>
        <p:nvPicPr>
          <p:cNvPr id="15" name="Picture 14"/>
          <p:cNvPicPr>
            <a:picLocks noChangeAspect="1"/>
          </p:cNvPicPr>
          <p:nvPr userDrawn="1"/>
        </p:nvPicPr>
        <p:blipFill>
          <a:blip r:embed="rId4"/>
          <a:stretch>
            <a:fillRect/>
          </a:stretch>
        </p:blipFill>
        <p:spPr>
          <a:xfrm>
            <a:off x="764671" y="2857497"/>
            <a:ext cx="3233107" cy="1821669"/>
          </a:xfrm>
          <a:prstGeom prst="rect">
            <a:avLst/>
          </a:prstGeom>
          <a:effectLst>
            <a:outerShdw blurRad="50800" dist="38100" dir="2700000" algn="tl" rotWithShape="0">
              <a:prstClr val="black">
                <a:alpha val="40000"/>
              </a:prstClr>
            </a:outerShdw>
          </a:effectLst>
        </p:spPr>
      </p:pic>
      <p:pic>
        <p:nvPicPr>
          <p:cNvPr id="16" name="Picture 15"/>
          <p:cNvPicPr>
            <a:picLocks noChangeAspect="1"/>
          </p:cNvPicPr>
          <p:nvPr userDrawn="1"/>
        </p:nvPicPr>
        <p:blipFill>
          <a:blip r:embed="rId5"/>
          <a:stretch>
            <a:fillRect/>
          </a:stretch>
        </p:blipFill>
        <p:spPr>
          <a:xfrm>
            <a:off x="8194233" y="2857496"/>
            <a:ext cx="3245763" cy="182880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4100233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021FD-54B5-8366-489A-19F7C383A7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11EE1716-E979-BA83-90E9-A6139C599CF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a:p>
        </p:txBody>
      </p:sp>
      <p:sp>
        <p:nvSpPr>
          <p:cNvPr id="4" name="Text Placeholder 3">
            <a:extLst>
              <a:ext uri="{FF2B5EF4-FFF2-40B4-BE49-F238E27FC236}">
                <a16:creationId xmlns:a16="http://schemas.microsoft.com/office/drawing/2014/main" id="{48E7ADA2-458B-E356-C46A-6F2237698C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1FDF24-1525-20F3-4C84-AC47A1655E2D}"/>
              </a:ext>
            </a:extLst>
          </p:cNvPr>
          <p:cNvSpPr>
            <a:spLocks noGrp="1"/>
          </p:cNvSpPr>
          <p:nvPr>
            <p:ph type="dt" sz="half" idx="10"/>
          </p:nvPr>
        </p:nvSpPr>
        <p:spPr/>
        <p:txBody>
          <a:bodyPr/>
          <a:lstStyle/>
          <a:p>
            <a:fld id="{2E15449A-E018-43C0-BB8E-C2F2F76F33E2}" type="datetimeFigureOut">
              <a:rPr lang="en-GB" smtClean="0"/>
              <a:t>01/09/2025</a:t>
            </a:fld>
            <a:endParaRPr lang="en-GB"/>
          </a:p>
        </p:txBody>
      </p:sp>
      <p:sp>
        <p:nvSpPr>
          <p:cNvPr id="6" name="Footer Placeholder 5">
            <a:extLst>
              <a:ext uri="{FF2B5EF4-FFF2-40B4-BE49-F238E27FC236}">
                <a16:creationId xmlns:a16="http://schemas.microsoft.com/office/drawing/2014/main" id="{0870687C-0C02-8886-5867-C664DFD770B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57EA1EC-142F-EBC3-FB05-CCF555F7E49A}"/>
              </a:ext>
            </a:extLst>
          </p:cNvPr>
          <p:cNvSpPr>
            <a:spLocks noGrp="1"/>
          </p:cNvSpPr>
          <p:nvPr>
            <p:ph type="sldNum" sz="quarter" idx="12"/>
          </p:nvPr>
        </p:nvSpPr>
        <p:spPr/>
        <p:txBody>
          <a:bodyPr/>
          <a:lstStyle/>
          <a:p>
            <a:fld id="{7AEFCDAC-3870-41D0-8B1E-62562FC6B346}" type="slidenum">
              <a:rPr lang="en-GB" smtClean="0"/>
              <a:t>‹#›</a:t>
            </a:fld>
            <a:endParaRPr lang="en-GB"/>
          </a:p>
        </p:txBody>
      </p:sp>
    </p:spTree>
    <p:extLst>
      <p:ext uri="{BB962C8B-B14F-4D97-AF65-F5344CB8AC3E}">
        <p14:creationId xmlns:p14="http://schemas.microsoft.com/office/powerpoint/2010/main" val="39761144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2F8C6B-E2C2-6D6F-9569-87937F6A59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4A165114-59E0-C6EC-50AB-00ACE4B47CD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a:extLst>
              <a:ext uri="{FF2B5EF4-FFF2-40B4-BE49-F238E27FC236}">
                <a16:creationId xmlns:a16="http://schemas.microsoft.com/office/drawing/2014/main" id="{493944F9-DB57-03E5-4DC7-A71F466120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15449A-E018-43C0-BB8E-C2F2F76F33E2}" type="datetimeFigureOut">
              <a:rPr lang="en-GB" smtClean="0"/>
              <a:t>01/09/2025</a:t>
            </a:fld>
            <a:endParaRPr lang="en-GB"/>
          </a:p>
        </p:txBody>
      </p:sp>
      <p:sp>
        <p:nvSpPr>
          <p:cNvPr id="5" name="Footer Placeholder 4">
            <a:extLst>
              <a:ext uri="{FF2B5EF4-FFF2-40B4-BE49-F238E27FC236}">
                <a16:creationId xmlns:a16="http://schemas.microsoft.com/office/drawing/2014/main" id="{2685E22E-1ECA-FB7B-B469-B76C628F432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555071CC-0C88-162D-A0C0-12771FF1561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EFCDAC-3870-41D0-8B1E-62562FC6B346}" type="slidenum">
              <a:rPr lang="en-GB" smtClean="0"/>
              <a:t>‹#›</a:t>
            </a:fld>
            <a:endParaRPr lang="en-GB"/>
          </a:p>
        </p:txBody>
      </p:sp>
    </p:spTree>
    <p:extLst>
      <p:ext uri="{BB962C8B-B14F-4D97-AF65-F5344CB8AC3E}">
        <p14:creationId xmlns:p14="http://schemas.microsoft.com/office/powerpoint/2010/main" val="4987949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1" r:id="rId13"/>
  </p:sldLayoutIdLst>
  <p:txStyles>
    <p:titleStyle>
      <a:lvl1pPr algn="l" defTabSz="914400" rtl="0" eaLnBrk="1" latinLnBrk="0" hangingPunct="1">
        <a:lnSpc>
          <a:spcPct val="90000"/>
        </a:lnSpc>
        <a:spcBef>
          <a:spcPct val="0"/>
        </a:spcBef>
        <a:buNone/>
        <a:defRPr sz="3200" kern="1200">
          <a:solidFill>
            <a:schemeClr val="tx1"/>
          </a:solidFill>
          <a:latin typeface="Roboto Condensed Medium" panose="02000000000000000000" pitchFamily="2" charset="0"/>
          <a:ea typeface="Roboto Condensed Medium" panose="02000000000000000000" pitchFamily="2" charset="0"/>
          <a:cs typeface="Roboto Condensed Medium" panose="02000000000000000000" pitchFamily="2" charset="0"/>
        </a:defRPr>
      </a:lvl1pPr>
    </p:titleStyle>
    <p:bodyStyle>
      <a:lvl1pPr marL="457200" indent="-457200" algn="l" defTabSz="914400" rtl="0" eaLnBrk="1" latinLnBrk="0" hangingPunct="1">
        <a:lnSpc>
          <a:spcPct val="90000"/>
        </a:lnSpc>
        <a:spcBef>
          <a:spcPts val="1000"/>
        </a:spcBef>
        <a:buClr>
          <a:schemeClr val="accent1"/>
        </a:buClr>
        <a:buFont typeface="Wingdings" panose="05000000000000000000" pitchFamily="2" charset="2"/>
        <a:buChar char="§"/>
        <a:defRPr sz="2800" kern="1200">
          <a:solidFill>
            <a:schemeClr val="tx2"/>
          </a:solidFill>
          <a:latin typeface="Roboto" panose="02000000000000000000" pitchFamily="2" charset="0"/>
          <a:ea typeface="Roboto" panose="02000000000000000000" pitchFamily="2" charset="0"/>
          <a:cs typeface="Open Sans" panose="020B0606030504020204" pitchFamily="34" charset="0"/>
        </a:defRPr>
      </a:lvl1pPr>
      <a:lvl2pPr marL="800100" indent="-342900" algn="l" defTabSz="914400" rtl="0" eaLnBrk="1" latinLnBrk="0" hangingPunct="1">
        <a:lnSpc>
          <a:spcPct val="90000"/>
        </a:lnSpc>
        <a:spcBef>
          <a:spcPts val="500"/>
        </a:spcBef>
        <a:buClr>
          <a:schemeClr val="accent1"/>
        </a:buClr>
        <a:buFont typeface="Wingdings" panose="05000000000000000000" pitchFamily="2" charset="2"/>
        <a:buChar char="§"/>
        <a:defRPr sz="2400" kern="1200">
          <a:solidFill>
            <a:schemeClr val="tx2"/>
          </a:solidFill>
          <a:latin typeface="Roboto" panose="02000000000000000000" pitchFamily="2" charset="0"/>
          <a:ea typeface="Roboto" panose="02000000000000000000" pitchFamily="2" charset="0"/>
          <a:cs typeface="Open Sans" panose="020B0606030504020204" pitchFamily="34" charset="0"/>
        </a:defRPr>
      </a:lvl2pPr>
      <a:lvl3pPr marL="1257300" indent="-342900" algn="l" defTabSz="914400" rtl="0" eaLnBrk="1" latinLnBrk="0" hangingPunct="1">
        <a:lnSpc>
          <a:spcPct val="90000"/>
        </a:lnSpc>
        <a:spcBef>
          <a:spcPts val="500"/>
        </a:spcBef>
        <a:buClr>
          <a:schemeClr val="accent1"/>
        </a:buClr>
        <a:buFont typeface="Wingdings" panose="05000000000000000000" pitchFamily="2" charset="2"/>
        <a:buChar char="§"/>
        <a:defRPr sz="2000" kern="1200">
          <a:solidFill>
            <a:schemeClr val="tx2"/>
          </a:solidFill>
          <a:latin typeface="Roboto" panose="02000000000000000000" pitchFamily="2" charset="0"/>
          <a:ea typeface="Roboto" panose="02000000000000000000" pitchFamily="2" charset="0"/>
          <a:cs typeface="Open Sans" panose="020B0606030504020204" pitchFamily="34" charset="0"/>
        </a:defRPr>
      </a:lvl3pPr>
      <a:lvl4pPr marL="1657350" indent="-285750" algn="l" defTabSz="914400" rtl="0" eaLnBrk="1" latinLnBrk="0" hangingPunct="1">
        <a:lnSpc>
          <a:spcPct val="90000"/>
        </a:lnSpc>
        <a:spcBef>
          <a:spcPts val="500"/>
        </a:spcBef>
        <a:buClr>
          <a:schemeClr val="accent1"/>
        </a:buClr>
        <a:buFont typeface="Wingdings" panose="05000000000000000000" pitchFamily="2" charset="2"/>
        <a:buChar char="§"/>
        <a:defRPr sz="1800" kern="1200">
          <a:solidFill>
            <a:schemeClr val="tx2"/>
          </a:solidFill>
          <a:latin typeface="Roboto" panose="02000000000000000000" pitchFamily="2" charset="0"/>
          <a:ea typeface="Roboto" panose="02000000000000000000" pitchFamily="2" charset="0"/>
          <a:cs typeface="Open Sans" panose="020B0606030504020204" pitchFamily="34" charset="0"/>
        </a:defRPr>
      </a:lvl4pPr>
      <a:lvl5pPr marL="2114550" indent="-285750" algn="l" defTabSz="914400" rtl="0" eaLnBrk="1" latinLnBrk="0" hangingPunct="1">
        <a:lnSpc>
          <a:spcPct val="90000"/>
        </a:lnSpc>
        <a:spcBef>
          <a:spcPts val="500"/>
        </a:spcBef>
        <a:buClr>
          <a:schemeClr val="accent1"/>
        </a:buClr>
        <a:buFont typeface="Wingdings" panose="05000000000000000000" pitchFamily="2" charset="2"/>
        <a:buChar char="§"/>
        <a:defRPr sz="1800" kern="1200">
          <a:solidFill>
            <a:schemeClr val="tx2"/>
          </a:solidFill>
          <a:latin typeface="Roboto" panose="02000000000000000000" pitchFamily="2" charset="0"/>
          <a:ea typeface="Roboto" panose="02000000000000000000" pitchFamily="2" charset="0"/>
          <a:cs typeface="Open Sans" panose="020B06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2F8C6B-E2C2-6D6F-9569-87937F6A59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4A165114-59E0-C6EC-50AB-00ACE4B47CD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a:extLst>
              <a:ext uri="{FF2B5EF4-FFF2-40B4-BE49-F238E27FC236}">
                <a16:creationId xmlns:a16="http://schemas.microsoft.com/office/drawing/2014/main" id="{493944F9-DB57-03E5-4DC7-A71F466120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15449A-E018-43C0-BB8E-C2F2F76F33E2}" type="datetimeFigureOut">
              <a:rPr lang="en-GB" smtClean="0"/>
              <a:t>01/09/2025</a:t>
            </a:fld>
            <a:endParaRPr lang="en-GB"/>
          </a:p>
        </p:txBody>
      </p:sp>
      <p:sp>
        <p:nvSpPr>
          <p:cNvPr id="5" name="Footer Placeholder 4">
            <a:extLst>
              <a:ext uri="{FF2B5EF4-FFF2-40B4-BE49-F238E27FC236}">
                <a16:creationId xmlns:a16="http://schemas.microsoft.com/office/drawing/2014/main" id="{2685E22E-1ECA-FB7B-B469-B76C628F432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555071CC-0C88-162D-A0C0-12771FF1561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EFCDAC-3870-41D0-8B1E-62562FC6B346}" type="slidenum">
              <a:rPr lang="en-GB" smtClean="0"/>
              <a:t>‹#›</a:t>
            </a:fld>
            <a:endParaRPr lang="en-GB"/>
          </a:p>
        </p:txBody>
      </p:sp>
    </p:spTree>
    <p:extLst>
      <p:ext uri="{BB962C8B-B14F-4D97-AF65-F5344CB8AC3E}">
        <p14:creationId xmlns:p14="http://schemas.microsoft.com/office/powerpoint/2010/main" val="498794942"/>
      </p:ext>
    </p:extLst>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latinLnBrk="0" hangingPunct="1">
        <a:lnSpc>
          <a:spcPct val="90000"/>
        </a:lnSpc>
        <a:spcBef>
          <a:spcPct val="0"/>
        </a:spcBef>
        <a:buNone/>
        <a:defRPr sz="3200" kern="1200">
          <a:solidFill>
            <a:schemeClr val="tx1"/>
          </a:solidFill>
          <a:latin typeface="Roboto Condensed Medium" panose="02000000000000000000" pitchFamily="2" charset="0"/>
          <a:ea typeface="Roboto Condensed Medium" panose="02000000000000000000" pitchFamily="2" charset="0"/>
          <a:cs typeface="Roboto Condensed Medium" panose="02000000000000000000" pitchFamily="2" charset="0"/>
        </a:defRPr>
      </a:lvl1pPr>
    </p:titleStyle>
    <p:bodyStyle>
      <a:lvl1pPr marL="457200" indent="-457200" algn="l" defTabSz="914400" rtl="0" eaLnBrk="1" latinLnBrk="0" hangingPunct="1">
        <a:lnSpc>
          <a:spcPct val="90000"/>
        </a:lnSpc>
        <a:spcBef>
          <a:spcPts val="1000"/>
        </a:spcBef>
        <a:buClr>
          <a:schemeClr val="accent1"/>
        </a:buClr>
        <a:buFont typeface="Wingdings" panose="05000000000000000000" pitchFamily="2" charset="2"/>
        <a:buChar char="§"/>
        <a:defRPr sz="2800" kern="1200">
          <a:solidFill>
            <a:schemeClr val="tx2"/>
          </a:solidFill>
          <a:latin typeface="Roboto" panose="02000000000000000000" pitchFamily="2" charset="0"/>
          <a:ea typeface="Roboto" panose="02000000000000000000" pitchFamily="2" charset="0"/>
          <a:cs typeface="Open Sans" panose="020B0606030504020204" pitchFamily="34" charset="0"/>
        </a:defRPr>
      </a:lvl1pPr>
      <a:lvl2pPr marL="800100" indent="-342900" algn="l" defTabSz="914400" rtl="0" eaLnBrk="1" latinLnBrk="0" hangingPunct="1">
        <a:lnSpc>
          <a:spcPct val="90000"/>
        </a:lnSpc>
        <a:spcBef>
          <a:spcPts val="500"/>
        </a:spcBef>
        <a:buClr>
          <a:schemeClr val="accent1"/>
        </a:buClr>
        <a:buFont typeface="Wingdings" panose="05000000000000000000" pitchFamily="2" charset="2"/>
        <a:buChar char="§"/>
        <a:defRPr sz="2400" kern="1200">
          <a:solidFill>
            <a:schemeClr val="tx2"/>
          </a:solidFill>
          <a:latin typeface="Roboto" panose="02000000000000000000" pitchFamily="2" charset="0"/>
          <a:ea typeface="Roboto" panose="02000000000000000000" pitchFamily="2" charset="0"/>
          <a:cs typeface="Open Sans" panose="020B0606030504020204" pitchFamily="34" charset="0"/>
        </a:defRPr>
      </a:lvl2pPr>
      <a:lvl3pPr marL="1257300" indent="-342900" algn="l" defTabSz="914400" rtl="0" eaLnBrk="1" latinLnBrk="0" hangingPunct="1">
        <a:lnSpc>
          <a:spcPct val="90000"/>
        </a:lnSpc>
        <a:spcBef>
          <a:spcPts val="500"/>
        </a:spcBef>
        <a:buClr>
          <a:schemeClr val="accent1"/>
        </a:buClr>
        <a:buFont typeface="Wingdings" panose="05000000000000000000" pitchFamily="2" charset="2"/>
        <a:buChar char="§"/>
        <a:defRPr sz="2000" kern="1200">
          <a:solidFill>
            <a:schemeClr val="tx2"/>
          </a:solidFill>
          <a:latin typeface="Roboto" panose="02000000000000000000" pitchFamily="2" charset="0"/>
          <a:ea typeface="Roboto" panose="02000000000000000000" pitchFamily="2" charset="0"/>
          <a:cs typeface="Open Sans" panose="020B0606030504020204" pitchFamily="34" charset="0"/>
        </a:defRPr>
      </a:lvl3pPr>
      <a:lvl4pPr marL="1657350" indent="-285750" algn="l" defTabSz="914400" rtl="0" eaLnBrk="1" latinLnBrk="0" hangingPunct="1">
        <a:lnSpc>
          <a:spcPct val="90000"/>
        </a:lnSpc>
        <a:spcBef>
          <a:spcPts val="500"/>
        </a:spcBef>
        <a:buClr>
          <a:schemeClr val="accent1"/>
        </a:buClr>
        <a:buFont typeface="Wingdings" panose="05000000000000000000" pitchFamily="2" charset="2"/>
        <a:buChar char="§"/>
        <a:defRPr sz="1800" kern="1200">
          <a:solidFill>
            <a:schemeClr val="tx2"/>
          </a:solidFill>
          <a:latin typeface="Roboto" panose="02000000000000000000" pitchFamily="2" charset="0"/>
          <a:ea typeface="Roboto" panose="02000000000000000000" pitchFamily="2" charset="0"/>
          <a:cs typeface="Open Sans" panose="020B0606030504020204" pitchFamily="34" charset="0"/>
        </a:defRPr>
      </a:lvl4pPr>
      <a:lvl5pPr marL="2114550" indent="-285750" algn="l" defTabSz="914400" rtl="0" eaLnBrk="1" latinLnBrk="0" hangingPunct="1">
        <a:lnSpc>
          <a:spcPct val="90000"/>
        </a:lnSpc>
        <a:spcBef>
          <a:spcPts val="500"/>
        </a:spcBef>
        <a:buClr>
          <a:schemeClr val="accent1"/>
        </a:buClr>
        <a:buFont typeface="Wingdings" panose="05000000000000000000" pitchFamily="2" charset="2"/>
        <a:buChar char="§"/>
        <a:defRPr sz="1800" kern="1200">
          <a:solidFill>
            <a:schemeClr val="tx2"/>
          </a:solidFill>
          <a:latin typeface="Roboto" panose="02000000000000000000" pitchFamily="2" charset="0"/>
          <a:ea typeface="Roboto" panose="02000000000000000000" pitchFamily="2" charset="0"/>
          <a:cs typeface="Open Sans" panose="020B06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video" Target="../media/media1.mp4"/><Relationship Id="rId7" Type="http://schemas.openxmlformats.org/officeDocument/2006/relationships/image" Target="../media/image3.png"/><Relationship Id="rId2" Type="http://schemas.microsoft.com/office/2007/relationships/media" Target="../media/media1.mp4"/><Relationship Id="rId1" Type="http://schemas.openxmlformats.org/officeDocument/2006/relationships/tags" Target="../tags/tag2.xml"/><Relationship Id="rId6" Type="http://schemas.openxmlformats.org/officeDocument/2006/relationships/image" Target="../media/image8.png"/><Relationship Id="rId5" Type="http://schemas.openxmlformats.org/officeDocument/2006/relationships/notesSlide" Target="../notesSlides/notesSlide1.xml"/><Relationship Id="rId4"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notesSlide" Target="../notesSlides/notesSlide2.xml"/><Relationship Id="rId7" Type="http://schemas.openxmlformats.org/officeDocument/2006/relationships/diagramColors" Target="../diagrams/colors1.xml"/><Relationship Id="rId2" Type="http://schemas.openxmlformats.org/officeDocument/2006/relationships/slideLayout" Target="../slideLayouts/slideLayout2.xml"/><Relationship Id="rId1" Type="http://schemas.openxmlformats.org/officeDocument/2006/relationships/tags" Target="../tags/tag3.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9.jp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tags" Target="../tags/tag6.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5.xml"/><Relationship Id="rId1" Type="http://schemas.openxmlformats.org/officeDocument/2006/relationships/tags" Target="../tags/tag10.xml"/><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1.xml"/><Relationship Id="rId6" Type="http://schemas.openxmlformats.org/officeDocument/2006/relationships/image" Target="../media/image15.jpg"/><Relationship Id="rId5" Type="http://schemas.openxmlformats.org/officeDocument/2006/relationships/image" Target="../media/image14.jpg"/><Relationship Id="rId4" Type="http://schemas.openxmlformats.org/officeDocument/2006/relationships/image" Target="../media/image13.jp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4.xml"/><Relationship Id="rId6" Type="http://schemas.openxmlformats.org/officeDocument/2006/relationships/image" Target="../media/image19.jpg"/><Relationship Id="rId5" Type="http://schemas.openxmlformats.org/officeDocument/2006/relationships/image" Target="../media/image18.jpg"/><Relationship Id="rId4" Type="http://schemas.openxmlformats.org/officeDocument/2006/relationships/image" Target="../media/image17.jp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19.xml"/><Relationship Id="rId4" Type="http://schemas.openxmlformats.org/officeDocument/2006/relationships/image" Target="../media/image20.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4" name="Rectangle 63">
            <a:extLst>
              <a:ext uri="{FF2B5EF4-FFF2-40B4-BE49-F238E27FC236}">
                <a16:creationId xmlns:a16="http://schemas.microsoft.com/office/drawing/2014/main" id="{68AF5748-FED8-45BA-8631-26D1D10F3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Human Error Intro">
            <a:hlinkClick r:id="" action="ppaction://media"/>
            <a:extLst>
              <a:ext uri="{FF2B5EF4-FFF2-40B4-BE49-F238E27FC236}">
                <a16:creationId xmlns:a16="http://schemas.microsoft.com/office/drawing/2014/main" id="{1B111996-43C9-ADE3-E32D-342B8EE1532A}"/>
              </a:ext>
            </a:extLst>
          </p:cNvPr>
          <p:cNvPicPr>
            <a:picLocks noChangeAspect="1"/>
          </p:cNvPicPr>
          <p:nvPr>
            <a:videoFile r:link="rId3"/>
            <p:extLst>
              <p:ext uri="{DAA4B4D4-6D71-4841-9C94-3DE7FCFB9230}">
                <p14:media xmlns:p14="http://schemas.microsoft.com/office/powerpoint/2010/main" r:embed="rId2"/>
              </p:ext>
            </p:extLst>
          </p:nvPr>
        </p:nvPicPr>
        <p:blipFill>
          <a:blip r:embed="rId6"/>
          <a:stretch>
            <a:fillRect/>
          </a:stretch>
        </p:blipFill>
        <p:spPr>
          <a:xfrm>
            <a:off x="1509827" y="288757"/>
            <a:ext cx="12192000" cy="6858000"/>
          </a:xfrm>
          <a:prstGeom prst="rect">
            <a:avLst/>
          </a:prstGeom>
        </p:spPr>
      </p:pic>
      <p:sp>
        <p:nvSpPr>
          <p:cNvPr id="5" name="Title 4"/>
          <p:cNvSpPr>
            <a:spLocks noGrp="1"/>
          </p:cNvSpPr>
          <p:nvPr>
            <p:ph type="title"/>
          </p:nvPr>
        </p:nvSpPr>
        <p:spPr>
          <a:xfrm>
            <a:off x="477981" y="1122363"/>
            <a:ext cx="4023360" cy="3204134"/>
          </a:xfrm>
        </p:spPr>
        <p:txBody>
          <a:bodyPr vert="horz" lIns="91440" tIns="45720" rIns="91440" bIns="45720" rtlCol="0" anchor="b">
            <a:normAutofit/>
          </a:bodyPr>
          <a:lstStyle/>
          <a:p>
            <a:r>
              <a:rPr lang="en-US" sz="4800" kern="1200" dirty="0">
                <a:solidFill>
                  <a:schemeClr val="tx1"/>
                </a:solidFill>
                <a:latin typeface="Roboto Medium" panose="02000000000000000000" pitchFamily="2" charset="0"/>
                <a:ea typeface="Roboto Medium" panose="02000000000000000000" pitchFamily="2" charset="0"/>
                <a:cs typeface="Roboto Medium" panose="02000000000000000000" pitchFamily="2" charset="0"/>
              </a:rPr>
              <a:t>Crew Resource Management</a:t>
            </a:r>
          </a:p>
        </p:txBody>
      </p:sp>
      <p:sp>
        <p:nvSpPr>
          <p:cNvPr id="6" name="Subtitle 5"/>
          <p:cNvSpPr>
            <a:spLocks noGrp="1"/>
          </p:cNvSpPr>
          <p:nvPr>
            <p:ph type="body" sz="half" idx="2"/>
          </p:nvPr>
        </p:nvSpPr>
        <p:spPr>
          <a:xfrm>
            <a:off x="477981" y="4872922"/>
            <a:ext cx="3933306" cy="1208141"/>
          </a:xfrm>
        </p:spPr>
        <p:txBody>
          <a:bodyPr vert="horz" lIns="91440" tIns="45720" rIns="91440" bIns="45720" rtlCol="0">
            <a:normAutofit/>
          </a:bodyPr>
          <a:lstStyle/>
          <a:p>
            <a:r>
              <a:rPr lang="en-US" sz="2000" kern="1200" dirty="0">
                <a:solidFill>
                  <a:schemeClr val="tx1"/>
                </a:solidFill>
                <a:cs typeface="Roboto" panose="02000000000000000000" pitchFamily="2" charset="0"/>
              </a:rPr>
              <a:t>Module 3</a:t>
            </a:r>
            <a:br>
              <a:rPr lang="en-US" sz="2000" kern="1200" dirty="0">
                <a:solidFill>
                  <a:schemeClr val="tx1"/>
                </a:solidFill>
                <a:cs typeface="Roboto" panose="02000000000000000000" pitchFamily="2" charset="0"/>
              </a:rPr>
            </a:br>
            <a:r>
              <a:rPr lang="en-US" sz="2000" dirty="0">
                <a:solidFill>
                  <a:schemeClr val="tx1"/>
                </a:solidFill>
                <a:latin typeface="Roboto Medium" panose="02000000000000000000" pitchFamily="2" charset="0"/>
                <a:ea typeface="Roboto Medium" panose="02000000000000000000" pitchFamily="2" charset="0"/>
                <a:cs typeface="Roboto" panose="02000000000000000000" pitchFamily="2" charset="0"/>
              </a:rPr>
              <a:t>Human Error and Reliability</a:t>
            </a:r>
            <a:endParaRPr lang="en-US" sz="2000" kern="1200" dirty="0">
              <a:solidFill>
                <a:schemeClr val="tx1"/>
              </a:solidFill>
              <a:latin typeface="Roboto Medium" panose="02000000000000000000" pitchFamily="2" charset="0"/>
              <a:ea typeface="Roboto Medium" panose="02000000000000000000" pitchFamily="2" charset="0"/>
              <a:cs typeface="Roboto Medium" panose="02000000000000000000" pitchFamily="2" charset="0"/>
            </a:endParaRPr>
          </a:p>
        </p:txBody>
      </p:sp>
      <p:sp>
        <p:nvSpPr>
          <p:cNvPr id="13" name="Rectangle 12" hidden="1">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4" name="Picture 3" descr="A blue curved line on a black background&#10;&#10;AI-generated content may be incorrect.">
            <a:extLst>
              <a:ext uri="{FF2B5EF4-FFF2-40B4-BE49-F238E27FC236}">
                <a16:creationId xmlns:a16="http://schemas.microsoft.com/office/drawing/2014/main" id="{0379886F-0591-4C70-BB2B-C1356D49C88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77981" y="496229"/>
            <a:ext cx="2063692" cy="1031846"/>
          </a:xfrm>
          <a:prstGeom prst="rect">
            <a:avLst/>
          </a:prstGeom>
        </p:spPr>
      </p:pic>
    </p:spTree>
    <p:custDataLst>
      <p:tags r:id="rId1"/>
    </p:custDataLst>
    <p:extLst>
      <p:ext uri="{BB962C8B-B14F-4D97-AF65-F5344CB8AC3E}">
        <p14:creationId xmlns:p14="http://schemas.microsoft.com/office/powerpoint/2010/main" val="3407976571"/>
      </p:ext>
    </p:extLst>
  </p:cSld>
  <p:clrMapOvr>
    <a:masterClrMapping/>
  </p:clrMapOvr>
  <mc:AlternateContent xmlns:mc="http://schemas.openxmlformats.org/markup-compatibility/2006">
    <mc:Choice xmlns:p14="http://schemas.microsoft.com/office/powerpoint/2010/main" Requires="p14">
      <p:transition spd="med" p14:dur="700" advClick="0" advTm="85032">
        <p:fade/>
      </p:transition>
    </mc:Choice>
    <mc:Fallback>
      <p:transition spd="med" advClick="0" advTm="85032">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8284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C5AD75D-444F-4684-8086-EF3AE540853A}"/>
              </a:ext>
            </a:extLst>
          </p:cNvPr>
          <p:cNvSpPr>
            <a:spLocks noGrp="1"/>
          </p:cNvSpPr>
          <p:nvPr>
            <p:ph type="title"/>
          </p:nvPr>
        </p:nvSpPr>
        <p:spPr/>
        <p:txBody>
          <a:bodyPr/>
          <a:lstStyle/>
          <a:p>
            <a:r>
              <a:rPr lang="en-GB" dirty="0">
                <a:latin typeface="Roboto Medium" panose="02000000000000000000" pitchFamily="2" charset="0"/>
                <a:ea typeface="Roboto Medium" panose="02000000000000000000" pitchFamily="2" charset="0"/>
              </a:rPr>
              <a:t>Human error – early research</a:t>
            </a:r>
          </a:p>
        </p:txBody>
      </p:sp>
      <p:sp>
        <p:nvSpPr>
          <p:cNvPr id="5" name="Content Placeholder 4">
            <a:extLst>
              <a:ext uri="{FF2B5EF4-FFF2-40B4-BE49-F238E27FC236}">
                <a16:creationId xmlns:a16="http://schemas.microsoft.com/office/drawing/2014/main" id="{E759A3EA-0A52-4B91-93AC-5131C874E65A}"/>
              </a:ext>
            </a:extLst>
          </p:cNvPr>
          <p:cNvSpPr>
            <a:spLocks noGrp="1"/>
          </p:cNvSpPr>
          <p:nvPr>
            <p:ph idx="1"/>
          </p:nvPr>
        </p:nvSpPr>
        <p:spPr>
          <a:xfrm>
            <a:off x="1545988" y="1475875"/>
            <a:ext cx="8833360" cy="5118705"/>
          </a:xfrm>
        </p:spPr>
        <p:txBody>
          <a:bodyPr>
            <a:normAutofit fontScale="92500" lnSpcReduction="20000"/>
          </a:bodyPr>
          <a:lstStyle/>
          <a:p>
            <a:pPr eaLnBrk="0" hangingPunct="0">
              <a:lnSpc>
                <a:spcPct val="110000"/>
              </a:lnSpc>
              <a:spcBef>
                <a:spcPct val="30000"/>
              </a:spcBef>
              <a:spcAft>
                <a:spcPct val="0"/>
              </a:spcAft>
            </a:pPr>
            <a:r>
              <a:rPr lang="en-US" dirty="0">
                <a:latin typeface="Arial" charset="0"/>
              </a:rPr>
              <a:t>Heinrich's triangle is a theory of industrial accident prevention.</a:t>
            </a:r>
            <a:br>
              <a:rPr lang="en-GB" kern="1200" dirty="0">
                <a:latin typeface="Arial" charset="0"/>
              </a:rPr>
            </a:br>
            <a:r>
              <a:rPr lang="en-GB" kern="1200" dirty="0">
                <a:latin typeface="Arial" charset="0"/>
              </a:rPr>
              <a:t>In a workplace, for every accident that causes a major injury, there are 29 causing minor injuries and 300 causing no injuries.</a:t>
            </a:r>
            <a:br>
              <a:rPr lang="en-GB" kern="1200" dirty="0">
                <a:latin typeface="Arial" charset="0"/>
              </a:rPr>
            </a:br>
            <a:br>
              <a:rPr lang="en-GB" kern="1200" dirty="0">
                <a:latin typeface="Arial" charset="0"/>
              </a:rPr>
            </a:br>
            <a:br>
              <a:rPr lang="en-GB" kern="1200" dirty="0">
                <a:latin typeface="Arial" charset="0"/>
              </a:rPr>
            </a:br>
            <a:br>
              <a:rPr lang="en-GB" kern="1200" dirty="0">
                <a:solidFill>
                  <a:schemeClr val="tx1"/>
                </a:solidFill>
                <a:latin typeface="Arial" charset="0"/>
              </a:rPr>
            </a:br>
            <a:br>
              <a:rPr lang="en-GB" kern="1200" dirty="0">
                <a:solidFill>
                  <a:schemeClr val="tx1"/>
                </a:solidFill>
                <a:latin typeface="Arial" charset="0"/>
              </a:rPr>
            </a:br>
            <a:br>
              <a:rPr lang="en-GB" kern="1200" dirty="0">
                <a:solidFill>
                  <a:schemeClr val="tx1"/>
                </a:solidFill>
                <a:latin typeface="Arial" charset="0"/>
              </a:rPr>
            </a:br>
            <a:br>
              <a:rPr lang="en-GB" kern="1200" dirty="0">
                <a:solidFill>
                  <a:schemeClr val="tx1"/>
                </a:solidFill>
                <a:latin typeface="Arial" charset="0"/>
              </a:rPr>
            </a:br>
            <a:br>
              <a:rPr lang="en-GB" kern="1200" dirty="0">
                <a:solidFill>
                  <a:schemeClr val="tx1"/>
                </a:solidFill>
                <a:latin typeface="Arial" charset="0"/>
              </a:rPr>
            </a:br>
            <a:br>
              <a:rPr lang="en-GB" kern="1200" dirty="0">
                <a:solidFill>
                  <a:schemeClr val="tx1"/>
                </a:solidFill>
                <a:latin typeface="Arial" charset="0"/>
              </a:rPr>
            </a:br>
            <a:br>
              <a:rPr lang="en-GB" kern="1200" dirty="0">
                <a:solidFill>
                  <a:schemeClr val="tx1"/>
                </a:solidFill>
                <a:latin typeface="Arial" charset="0"/>
              </a:rPr>
            </a:br>
            <a:br>
              <a:rPr lang="en-GB" kern="1200" dirty="0">
                <a:solidFill>
                  <a:schemeClr val="tx1"/>
                </a:solidFill>
                <a:latin typeface="Arial" charset="0"/>
              </a:rPr>
            </a:br>
            <a:endParaRPr lang="en-GB" kern="1200" dirty="0">
              <a:solidFill>
                <a:schemeClr val="tx1"/>
              </a:solidFill>
              <a:latin typeface="Arial" charset="0"/>
            </a:endParaRPr>
          </a:p>
          <a:p>
            <a:pPr>
              <a:lnSpc>
                <a:spcPct val="120000"/>
              </a:lnSpc>
            </a:pPr>
            <a:r>
              <a:rPr lang="en-US" dirty="0">
                <a:latin typeface="Arial" charset="0"/>
              </a:rPr>
              <a:t>Heinrich</a:t>
            </a:r>
            <a:r>
              <a:rPr lang="en-GB" dirty="0"/>
              <a:t> stated: 88% of all workplace accidents and injuries are caused by ‘man-failure’</a:t>
            </a:r>
          </a:p>
          <a:p>
            <a:pPr marL="0" indent="0">
              <a:buNone/>
            </a:pPr>
            <a:endParaRPr lang="en-GB" dirty="0"/>
          </a:p>
        </p:txBody>
      </p:sp>
      <p:graphicFrame>
        <p:nvGraphicFramePr>
          <p:cNvPr id="16" name="Diagram 1">
            <a:extLst>
              <a:ext uri="{FF2B5EF4-FFF2-40B4-BE49-F238E27FC236}">
                <a16:creationId xmlns:a16="http://schemas.microsoft.com/office/drawing/2014/main" id="{9EDC4E51-C2F8-07F5-8998-6AAB79F0D0D6}"/>
              </a:ext>
            </a:extLst>
          </p:cNvPr>
          <p:cNvGraphicFramePr/>
          <p:nvPr>
            <p:extLst>
              <p:ext uri="{D42A27DB-BD31-4B8C-83A1-F6EECF244321}">
                <p14:modId xmlns:p14="http://schemas.microsoft.com/office/powerpoint/2010/main" val="2167730530"/>
              </p:ext>
            </p:extLst>
          </p:nvPr>
        </p:nvGraphicFramePr>
        <p:xfrm>
          <a:off x="4115136" y="2530298"/>
          <a:ext cx="4271910" cy="315593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875920198"/>
      </p:ext>
    </p:extLst>
  </p:cSld>
  <p:clrMapOvr>
    <a:masterClrMapping/>
  </p:clrMapOvr>
  <mc:AlternateContent xmlns:mc="http://schemas.openxmlformats.org/markup-compatibility/2006">
    <mc:Choice xmlns:p14="http://schemas.microsoft.com/office/powerpoint/2010/main" Requires="p14">
      <p:transition spd="med" p14:dur="700" advClick="0" advTm="61234">
        <p:fade/>
      </p:transition>
    </mc:Choice>
    <mc:Fallback>
      <p:transition spd="med" advClick="0" advTm="61234">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9E6F6-236A-47DF-A2A2-F0F9515FCAE5}"/>
              </a:ext>
            </a:extLst>
          </p:cNvPr>
          <p:cNvSpPr>
            <a:spLocks noGrp="1"/>
          </p:cNvSpPr>
          <p:nvPr>
            <p:ph type="title"/>
          </p:nvPr>
        </p:nvSpPr>
        <p:spPr/>
        <p:txBody>
          <a:bodyPr/>
          <a:lstStyle/>
          <a:p>
            <a:r>
              <a:rPr lang="en-GB" dirty="0">
                <a:latin typeface="Roboto Medium" panose="02000000000000000000" pitchFamily="2" charset="0"/>
                <a:ea typeface="Roboto Medium" panose="02000000000000000000" pitchFamily="2" charset="0"/>
              </a:rPr>
              <a:t>Human error – further research</a:t>
            </a:r>
          </a:p>
        </p:txBody>
      </p:sp>
      <p:sp>
        <p:nvSpPr>
          <p:cNvPr id="3" name="Content Placeholder 2">
            <a:extLst>
              <a:ext uri="{FF2B5EF4-FFF2-40B4-BE49-F238E27FC236}">
                <a16:creationId xmlns:a16="http://schemas.microsoft.com/office/drawing/2014/main" id="{DAED7A46-6B69-4986-9D07-1C5FFD98F69E}"/>
              </a:ext>
            </a:extLst>
          </p:cNvPr>
          <p:cNvSpPr>
            <a:spLocks noGrp="1"/>
          </p:cNvSpPr>
          <p:nvPr>
            <p:ph idx="1"/>
          </p:nvPr>
        </p:nvSpPr>
        <p:spPr/>
        <p:txBody>
          <a:bodyPr/>
          <a:lstStyle/>
          <a:p>
            <a:pPr>
              <a:lnSpc>
                <a:spcPct val="100000"/>
              </a:lnSpc>
            </a:pPr>
            <a:r>
              <a:rPr lang="en-GB" dirty="0"/>
              <a:t>Heinrich’s was the first scientific study to report the often quoted 70-90% incidence of ‘human error’ </a:t>
            </a:r>
          </a:p>
          <a:p>
            <a:pPr>
              <a:lnSpc>
                <a:spcPct val="100000"/>
              </a:lnSpc>
            </a:pPr>
            <a:r>
              <a:rPr lang="en-GB" dirty="0"/>
              <a:t>Many more studies of accidents in aviation and other industries have concluded that 70-90% are due to ‘Human Error’</a:t>
            </a:r>
          </a:p>
          <a:p>
            <a:pPr>
              <a:lnSpc>
                <a:spcPct val="100000"/>
              </a:lnSpc>
            </a:pPr>
            <a:r>
              <a:rPr lang="en-GB" dirty="0"/>
              <a:t>However, the modern consensus (Dekker, IOSH, many regulatory bodies, etc) is that:</a:t>
            </a:r>
          </a:p>
          <a:p>
            <a:pPr lvl="1">
              <a:lnSpc>
                <a:spcPct val="100000"/>
              </a:lnSpc>
            </a:pPr>
            <a:r>
              <a:rPr lang="en-GB" dirty="0"/>
              <a:t>The causes of accidents are far more complex than just ‘Human Error’ and involve the interaction of the human with the system, environment, equipment, procedures, competing goals etc. </a:t>
            </a:r>
          </a:p>
          <a:p>
            <a:endParaRPr lang="en-GB" dirty="0"/>
          </a:p>
        </p:txBody>
      </p:sp>
    </p:spTree>
    <p:custDataLst>
      <p:tags r:id="rId1"/>
    </p:custDataLst>
    <p:extLst>
      <p:ext uri="{BB962C8B-B14F-4D97-AF65-F5344CB8AC3E}">
        <p14:creationId xmlns:p14="http://schemas.microsoft.com/office/powerpoint/2010/main" val="736706118"/>
      </p:ext>
    </p:extLst>
  </p:cSld>
  <p:clrMapOvr>
    <a:masterClrMapping/>
  </p:clrMapOvr>
  <mc:AlternateContent xmlns:mc="http://schemas.openxmlformats.org/markup-compatibility/2006">
    <mc:Choice xmlns:p14="http://schemas.microsoft.com/office/powerpoint/2010/main" Requires="p14">
      <p:transition spd="med" p14:dur="700" advClick="0" advTm="38361">
        <p:fade/>
      </p:transition>
    </mc:Choice>
    <mc:Fallback>
      <p:transition spd="med" advClick="0" advTm="38361">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E55FF-1FE6-4E28-8F67-A9173BEA7D40}"/>
              </a:ext>
            </a:extLst>
          </p:cNvPr>
          <p:cNvSpPr>
            <a:spLocks noGrp="1"/>
          </p:cNvSpPr>
          <p:nvPr>
            <p:ph type="title"/>
          </p:nvPr>
        </p:nvSpPr>
        <p:spPr/>
        <p:txBody>
          <a:bodyPr/>
          <a:lstStyle/>
          <a:p>
            <a:r>
              <a:rPr lang="en-GB" dirty="0">
                <a:latin typeface="Roboto Medium" panose="02000000000000000000" pitchFamily="2" charset="0"/>
                <a:ea typeface="Roboto Medium" panose="02000000000000000000" pitchFamily="2" charset="0"/>
              </a:rPr>
              <a:t>Are errors always bad?</a:t>
            </a:r>
          </a:p>
        </p:txBody>
      </p:sp>
      <p:sp>
        <p:nvSpPr>
          <p:cNvPr id="3" name="Content Placeholder 2">
            <a:extLst>
              <a:ext uri="{FF2B5EF4-FFF2-40B4-BE49-F238E27FC236}">
                <a16:creationId xmlns:a16="http://schemas.microsoft.com/office/drawing/2014/main" id="{BDC06FFB-7D95-4279-9AAD-634EC6F266FE}"/>
              </a:ext>
            </a:extLst>
          </p:cNvPr>
          <p:cNvSpPr>
            <a:spLocks noGrp="1"/>
          </p:cNvSpPr>
          <p:nvPr>
            <p:ph idx="1"/>
          </p:nvPr>
        </p:nvSpPr>
        <p:spPr>
          <a:xfrm>
            <a:off x="1545987" y="1475875"/>
            <a:ext cx="5659253" cy="4722519"/>
          </a:xfrm>
        </p:spPr>
        <p:txBody>
          <a:bodyPr>
            <a:normAutofit lnSpcReduction="10000"/>
          </a:bodyPr>
          <a:lstStyle/>
          <a:p>
            <a:pPr>
              <a:lnSpc>
                <a:spcPct val="100000"/>
              </a:lnSpc>
            </a:pPr>
            <a:r>
              <a:rPr lang="en-GB" dirty="0"/>
              <a:t>Are errors always bad?</a:t>
            </a:r>
          </a:p>
          <a:p>
            <a:pPr lvl="1">
              <a:lnSpc>
                <a:spcPct val="100000"/>
              </a:lnSpc>
            </a:pPr>
            <a:r>
              <a:rPr lang="en-GB" dirty="0"/>
              <a:t>Errors are often associated with a negative outcome of some kind: a performance shortfall</a:t>
            </a:r>
          </a:p>
          <a:p>
            <a:pPr lvl="1">
              <a:lnSpc>
                <a:spcPct val="100000"/>
              </a:lnSpc>
            </a:pPr>
            <a:r>
              <a:rPr lang="en-GB" dirty="0"/>
              <a:t>However sometimes people perform unintended actions that turn out to be for the better. These unexpected actions are rarely designated as ‘errors’.</a:t>
            </a:r>
          </a:p>
          <a:p>
            <a:pPr lvl="2">
              <a:lnSpc>
                <a:spcPct val="100000"/>
              </a:lnSpc>
            </a:pPr>
            <a:r>
              <a:rPr lang="en-GB" dirty="0"/>
              <a:t>E.g. Alexander Fleming’s discovery of penicillin in 1928 is often described as ‘accidental’ but is rarely (if ever) described as ‘erroneous’!</a:t>
            </a:r>
          </a:p>
          <a:p>
            <a:pPr>
              <a:lnSpc>
                <a:spcPct val="100000"/>
              </a:lnSpc>
            </a:pPr>
            <a:r>
              <a:rPr lang="en-GB" dirty="0"/>
              <a:t>LOSA data indicates that 75% of errors had no consequences</a:t>
            </a:r>
          </a:p>
        </p:txBody>
      </p:sp>
      <p:pic>
        <p:nvPicPr>
          <p:cNvPr id="5" name="Picture 4" descr="A person sitting at a table with a petri dish&#10;&#10;AI-generated content may be incorrect.">
            <a:extLst>
              <a:ext uri="{FF2B5EF4-FFF2-40B4-BE49-F238E27FC236}">
                <a16:creationId xmlns:a16="http://schemas.microsoft.com/office/drawing/2014/main" id="{07F91AAD-A4D5-7BB2-65FB-217DC3155EBE}"/>
              </a:ext>
            </a:extLst>
          </p:cNvPr>
          <p:cNvPicPr>
            <a:picLocks noChangeAspect="1"/>
          </p:cNvPicPr>
          <p:nvPr/>
        </p:nvPicPr>
        <p:blipFill>
          <a:blip r:embed="rId4">
            <a:extLst>
              <a:ext uri="{28A0092B-C50C-407E-A947-70E740481C1C}">
                <a14:useLocalDpi xmlns:a14="http://schemas.microsoft.com/office/drawing/2010/main" val="0"/>
              </a:ext>
            </a:extLst>
          </a:blip>
          <a:srcRect l="5932" r="2853"/>
          <a:stretch>
            <a:fillRect/>
          </a:stretch>
        </p:blipFill>
        <p:spPr>
          <a:xfrm>
            <a:off x="7535119" y="2218773"/>
            <a:ext cx="4329426" cy="2816214"/>
          </a:xfrm>
          <a:prstGeom prst="rect">
            <a:avLst/>
          </a:prstGeom>
        </p:spPr>
      </p:pic>
    </p:spTree>
    <p:custDataLst>
      <p:tags r:id="rId1"/>
    </p:custDataLst>
    <p:extLst>
      <p:ext uri="{BB962C8B-B14F-4D97-AF65-F5344CB8AC3E}">
        <p14:creationId xmlns:p14="http://schemas.microsoft.com/office/powerpoint/2010/main" val="3672696241"/>
      </p:ext>
    </p:extLst>
  </p:cSld>
  <p:clrMapOvr>
    <a:masterClrMapping/>
  </p:clrMapOvr>
  <mc:AlternateContent xmlns:mc="http://schemas.openxmlformats.org/markup-compatibility/2006">
    <mc:Choice xmlns:p14="http://schemas.microsoft.com/office/powerpoint/2010/main" Requires="p14">
      <p:transition spd="med" p14:dur="700" advClick="0" advTm="84845">
        <p:fade/>
      </p:transition>
    </mc:Choice>
    <mc:Fallback>
      <p:transition spd="med" advClick="0" advTm="84845">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5E0674-043C-68CD-DA92-08E8EEF4193E}"/>
              </a:ext>
            </a:extLst>
          </p:cNvPr>
          <p:cNvSpPr>
            <a:spLocks noGrp="1"/>
          </p:cNvSpPr>
          <p:nvPr>
            <p:ph type="title"/>
          </p:nvPr>
        </p:nvSpPr>
        <p:spPr>
          <a:xfrm>
            <a:off x="1522898" y="675105"/>
            <a:ext cx="9922111" cy="713874"/>
          </a:xfrm>
        </p:spPr>
        <p:txBody>
          <a:bodyPr/>
          <a:lstStyle/>
          <a:p>
            <a:r>
              <a:rPr lang="en-GB" dirty="0">
                <a:latin typeface="Roboto Medium" panose="02000000000000000000" pitchFamily="2" charset="0"/>
                <a:ea typeface="Roboto Medium" panose="02000000000000000000" pitchFamily="2" charset="0"/>
              </a:rPr>
              <a:t>Defining human error?</a:t>
            </a:r>
          </a:p>
        </p:txBody>
      </p:sp>
      <p:sp>
        <p:nvSpPr>
          <p:cNvPr id="5" name="Content Placeholder 4">
            <a:extLst>
              <a:ext uri="{FF2B5EF4-FFF2-40B4-BE49-F238E27FC236}">
                <a16:creationId xmlns:a16="http://schemas.microsoft.com/office/drawing/2014/main" id="{754E6CB9-27AB-20A9-3E99-63BF6952D94D}"/>
              </a:ext>
            </a:extLst>
          </p:cNvPr>
          <p:cNvSpPr>
            <a:spLocks noGrp="1"/>
          </p:cNvSpPr>
          <p:nvPr>
            <p:ph sz="half" idx="1"/>
          </p:nvPr>
        </p:nvSpPr>
        <p:spPr>
          <a:xfrm>
            <a:off x="1565268" y="1646195"/>
            <a:ext cx="5780210" cy="4351338"/>
          </a:xfrm>
        </p:spPr>
        <p:txBody>
          <a:bodyPr/>
          <a:lstStyle/>
          <a:p>
            <a:pPr marL="457200" indent="-457200">
              <a:buFont typeface="Arial" panose="020B0604020202020204" pitchFamily="34" charset="0"/>
              <a:buChar char="•"/>
            </a:pPr>
            <a:r>
              <a:rPr lang="en-GB" dirty="0"/>
              <a:t>Human error can be defined as</a:t>
            </a:r>
          </a:p>
          <a:p>
            <a:endParaRPr lang="en-GB" dirty="0"/>
          </a:p>
          <a:p>
            <a:endParaRPr lang="en-GB" dirty="0"/>
          </a:p>
          <a:p>
            <a:endParaRPr lang="en-GB" dirty="0"/>
          </a:p>
          <a:p>
            <a:endParaRPr lang="en-GB" dirty="0"/>
          </a:p>
          <a:p>
            <a:endParaRPr lang="en-GB" dirty="0"/>
          </a:p>
          <a:p>
            <a:pPr marL="2286000" lvl="5" indent="0">
              <a:buNone/>
            </a:pPr>
            <a:r>
              <a:rPr lang="en-GB" sz="1400" dirty="0"/>
              <a:t>(University of Texas)</a:t>
            </a:r>
          </a:p>
          <a:p>
            <a:endParaRPr lang="en-GB" dirty="0"/>
          </a:p>
          <a:p>
            <a:endParaRPr lang="en-GB" dirty="0"/>
          </a:p>
        </p:txBody>
      </p:sp>
      <p:pic>
        <p:nvPicPr>
          <p:cNvPr id="7" name="Content Placeholder 6">
            <a:extLst>
              <a:ext uri="{FF2B5EF4-FFF2-40B4-BE49-F238E27FC236}">
                <a16:creationId xmlns:a16="http://schemas.microsoft.com/office/drawing/2014/main" id="{28D786D1-22FC-A0B1-7CCD-9B8353C23AEA}"/>
              </a:ext>
            </a:extLst>
          </p:cNvPr>
          <p:cNvPicPr>
            <a:picLocks noGrp="1" noChangeAspect="1"/>
          </p:cNvPicPr>
          <p:nvPr>
            <p:ph sz="half" idx="2"/>
          </p:nvPr>
        </p:nvPicPr>
        <p:blipFill>
          <a:blip r:embed="rId4"/>
          <a:stretch>
            <a:fillRect/>
          </a:stretch>
        </p:blipFill>
        <p:spPr>
          <a:xfrm>
            <a:off x="7820881" y="2570840"/>
            <a:ext cx="2805851" cy="2144945"/>
          </a:xfrm>
          <a:prstGeom prst="rect">
            <a:avLst/>
          </a:prstGeom>
        </p:spPr>
      </p:pic>
      <p:sp>
        <p:nvSpPr>
          <p:cNvPr id="8" name="Speech Bubble: Oval 7">
            <a:extLst>
              <a:ext uri="{FF2B5EF4-FFF2-40B4-BE49-F238E27FC236}">
                <a16:creationId xmlns:a16="http://schemas.microsoft.com/office/drawing/2014/main" id="{16020EE1-B805-438B-6B29-51FFD2D87F65}"/>
              </a:ext>
            </a:extLst>
          </p:cNvPr>
          <p:cNvSpPr/>
          <p:nvPr/>
        </p:nvSpPr>
        <p:spPr bwMode="auto">
          <a:xfrm>
            <a:off x="2351585" y="2629197"/>
            <a:ext cx="3848467" cy="2028233"/>
          </a:xfrm>
          <a:prstGeom prst="wedgeEllipseCallout">
            <a:avLst/>
          </a:prstGeom>
          <a:solidFill>
            <a:srgbClr val="4A71A8"/>
          </a:solidFill>
          <a:ln w="9525" cap="flat" cmpd="sng" algn="ctr">
            <a:solidFill>
              <a:schemeClr val="tx1"/>
            </a:solidFill>
            <a:prstDash val="solid"/>
            <a:round/>
            <a:headEnd type="none" w="med" len="med"/>
            <a:tailEnd type="none" w="med" len="med"/>
          </a:ln>
          <a:effectLst/>
        </p:spPr>
        <p:txBody>
          <a:bodyPr vert="horz" wrap="square" lIns="51435" tIns="25718" rIns="51435" bIns="25718" numCol="1" rtlCol="0" anchor="t" anchorCtr="0" compatLnSpc="1">
            <a:prstTxWarp prst="textNoShape">
              <a:avLst/>
            </a:prstTxWarp>
          </a:bodyPr>
          <a:lstStyle/>
          <a:p>
            <a:pPr algn="ctr" defTabSz="514350" fontAlgn="base">
              <a:spcBef>
                <a:spcPct val="0"/>
              </a:spcBef>
              <a:spcAft>
                <a:spcPct val="0"/>
              </a:spcAft>
            </a:pPr>
            <a:r>
              <a:rPr lang="en-GB" sz="1600" b="1" dirty="0">
                <a:solidFill>
                  <a:srgbClr val="FFFFFF"/>
                </a:solidFill>
                <a:latin typeface="Roboto Medium" panose="02000000000000000000" pitchFamily="2" charset="0"/>
                <a:ea typeface="Roboto Medium" panose="02000000000000000000" pitchFamily="2" charset="0"/>
              </a:rPr>
              <a:t>A consequence of human involvement which causes deviation from an individual’s or organisational intentions or expectations</a:t>
            </a:r>
          </a:p>
        </p:txBody>
      </p:sp>
    </p:spTree>
    <p:custDataLst>
      <p:tags r:id="rId1"/>
    </p:custDataLst>
    <p:extLst>
      <p:ext uri="{BB962C8B-B14F-4D97-AF65-F5344CB8AC3E}">
        <p14:creationId xmlns:p14="http://schemas.microsoft.com/office/powerpoint/2010/main" val="856108847"/>
      </p:ext>
    </p:extLst>
  </p:cSld>
  <p:clrMapOvr>
    <a:masterClrMapping/>
  </p:clrMapOvr>
  <mc:AlternateContent xmlns:mc="http://schemas.openxmlformats.org/markup-compatibility/2006">
    <mc:Choice xmlns:p14="http://schemas.microsoft.com/office/powerpoint/2010/main" Requires="p14">
      <p:transition spd="med" p14:dur="700" advClick="0" advTm="66897">
        <p:fade/>
      </p:transition>
    </mc:Choice>
    <mc:Fallback>
      <p:transition spd="med" advClick="0" advTm="66897">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5EAB6-CC3E-4BA6-A81D-76A809701E0C}"/>
              </a:ext>
            </a:extLst>
          </p:cNvPr>
          <p:cNvSpPr>
            <a:spLocks noGrp="1"/>
          </p:cNvSpPr>
          <p:nvPr>
            <p:ph type="title"/>
          </p:nvPr>
        </p:nvSpPr>
        <p:spPr/>
        <p:txBody>
          <a:bodyPr/>
          <a:lstStyle/>
          <a:p>
            <a:r>
              <a:rPr lang="en-GB" dirty="0">
                <a:latin typeface="Roboto Medium" panose="02000000000000000000" pitchFamily="2" charset="0"/>
                <a:ea typeface="Roboto Medium" panose="02000000000000000000" pitchFamily="2" charset="0"/>
              </a:rPr>
              <a:t>Categorising errors</a:t>
            </a:r>
          </a:p>
        </p:txBody>
      </p:sp>
      <p:sp>
        <p:nvSpPr>
          <p:cNvPr id="4" name="Content Placeholder 3">
            <a:extLst>
              <a:ext uri="{FF2B5EF4-FFF2-40B4-BE49-F238E27FC236}">
                <a16:creationId xmlns:a16="http://schemas.microsoft.com/office/drawing/2014/main" id="{8402775E-3773-4266-9899-58813BD16172}"/>
              </a:ext>
            </a:extLst>
          </p:cNvPr>
          <p:cNvSpPr>
            <a:spLocks noGrp="1"/>
          </p:cNvSpPr>
          <p:nvPr>
            <p:ph idx="1"/>
          </p:nvPr>
        </p:nvSpPr>
        <p:spPr>
          <a:xfrm>
            <a:off x="1545989" y="1469774"/>
            <a:ext cx="8003232" cy="3486150"/>
          </a:xfrm>
        </p:spPr>
        <p:txBody>
          <a:bodyPr/>
          <a:lstStyle/>
          <a:p>
            <a:pPr>
              <a:lnSpc>
                <a:spcPct val="100000"/>
              </a:lnSpc>
            </a:pPr>
            <a:r>
              <a:rPr lang="en-GB" dirty="0"/>
              <a:t>Errors are actions or inactions that fail to achieve their intended outcomes</a:t>
            </a:r>
          </a:p>
          <a:p>
            <a:pPr>
              <a:lnSpc>
                <a:spcPct val="100000"/>
              </a:lnSpc>
            </a:pPr>
            <a:r>
              <a:rPr lang="en-GB" dirty="0"/>
              <a:t>Violations are intentional actions or inactions that break known rules, procedures or norms</a:t>
            </a:r>
          </a:p>
          <a:p>
            <a:pPr lvl="1">
              <a:lnSpc>
                <a:spcPct val="100000"/>
              </a:lnSpc>
            </a:pPr>
            <a:r>
              <a:rPr lang="en-GB" dirty="0"/>
              <a:t>However, negative consequences are not intentional</a:t>
            </a:r>
          </a:p>
          <a:p>
            <a:pPr>
              <a:lnSpc>
                <a:spcPct val="100000"/>
              </a:lnSpc>
            </a:pPr>
            <a:r>
              <a:rPr lang="en-GB" dirty="0"/>
              <a:t>The term ‘Human Error’ is often used to encompass both errors and violations</a:t>
            </a:r>
          </a:p>
        </p:txBody>
      </p:sp>
    </p:spTree>
    <p:custDataLst>
      <p:tags r:id="rId1"/>
    </p:custDataLst>
    <p:extLst>
      <p:ext uri="{BB962C8B-B14F-4D97-AF65-F5344CB8AC3E}">
        <p14:creationId xmlns:p14="http://schemas.microsoft.com/office/powerpoint/2010/main" val="1168954830"/>
      </p:ext>
    </p:extLst>
  </p:cSld>
  <p:clrMapOvr>
    <a:masterClrMapping/>
  </p:clrMapOvr>
  <mc:AlternateContent xmlns:mc="http://schemas.openxmlformats.org/markup-compatibility/2006">
    <mc:Choice xmlns:p14="http://schemas.microsoft.com/office/powerpoint/2010/main" Requires="p14">
      <p:transition spd="med" p14:dur="700" advClick="0" advTm="22149">
        <p:fade/>
      </p:transition>
    </mc:Choice>
    <mc:Fallback>
      <p:transition spd="med" advClick="0" advTm="22149">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B9A4D-7A4A-4A37-B1CD-CF2CBBF903FD}"/>
              </a:ext>
            </a:extLst>
          </p:cNvPr>
          <p:cNvSpPr>
            <a:spLocks noGrp="1"/>
          </p:cNvSpPr>
          <p:nvPr>
            <p:ph type="title"/>
          </p:nvPr>
        </p:nvSpPr>
        <p:spPr>
          <a:xfrm>
            <a:off x="1470980" y="815517"/>
            <a:ext cx="6206708" cy="523220"/>
          </a:xfrm>
        </p:spPr>
        <p:txBody>
          <a:bodyPr>
            <a:normAutofit fontScale="90000"/>
          </a:bodyPr>
          <a:lstStyle/>
          <a:p>
            <a:r>
              <a:rPr lang="en-GB" dirty="0">
                <a:latin typeface="Roboto Medium" panose="02000000000000000000" pitchFamily="2" charset="0"/>
                <a:ea typeface="Roboto Medium" panose="02000000000000000000" pitchFamily="2" charset="0"/>
              </a:rPr>
              <a:t>Categorising human error</a:t>
            </a:r>
          </a:p>
        </p:txBody>
      </p:sp>
      <p:sp>
        <p:nvSpPr>
          <p:cNvPr id="13" name="Freeform: Shape 12">
            <a:extLst>
              <a:ext uri="{FF2B5EF4-FFF2-40B4-BE49-F238E27FC236}">
                <a16:creationId xmlns:a16="http://schemas.microsoft.com/office/drawing/2014/main" id="{04136131-4D7B-4581-8753-236C4DCF6FDD}"/>
              </a:ext>
            </a:extLst>
          </p:cNvPr>
          <p:cNvSpPr/>
          <p:nvPr/>
        </p:nvSpPr>
        <p:spPr>
          <a:xfrm>
            <a:off x="3787032" y="2139303"/>
            <a:ext cx="1023645" cy="436504"/>
          </a:xfrm>
          <a:custGeom>
            <a:avLst/>
            <a:gdLst>
              <a:gd name="connsiteX0" fmla="*/ 0 w 1131655"/>
              <a:gd name="connsiteY0" fmla="*/ 56583 h 565827"/>
              <a:gd name="connsiteX1" fmla="*/ 56583 w 1131655"/>
              <a:gd name="connsiteY1" fmla="*/ 0 h 565827"/>
              <a:gd name="connsiteX2" fmla="*/ 1075072 w 1131655"/>
              <a:gd name="connsiteY2" fmla="*/ 0 h 565827"/>
              <a:gd name="connsiteX3" fmla="*/ 1131655 w 1131655"/>
              <a:gd name="connsiteY3" fmla="*/ 56583 h 565827"/>
              <a:gd name="connsiteX4" fmla="*/ 1131655 w 1131655"/>
              <a:gd name="connsiteY4" fmla="*/ 509244 h 565827"/>
              <a:gd name="connsiteX5" fmla="*/ 1075072 w 1131655"/>
              <a:gd name="connsiteY5" fmla="*/ 565827 h 565827"/>
              <a:gd name="connsiteX6" fmla="*/ 56583 w 1131655"/>
              <a:gd name="connsiteY6" fmla="*/ 565827 h 565827"/>
              <a:gd name="connsiteX7" fmla="*/ 0 w 1131655"/>
              <a:gd name="connsiteY7" fmla="*/ 509244 h 565827"/>
              <a:gd name="connsiteX8" fmla="*/ 0 w 1131655"/>
              <a:gd name="connsiteY8" fmla="*/ 56583 h 565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31655" h="565827">
                <a:moveTo>
                  <a:pt x="0" y="56583"/>
                </a:moveTo>
                <a:cubicBezTo>
                  <a:pt x="0" y="25333"/>
                  <a:pt x="25333" y="0"/>
                  <a:pt x="56583" y="0"/>
                </a:cubicBezTo>
                <a:lnTo>
                  <a:pt x="1075072" y="0"/>
                </a:lnTo>
                <a:cubicBezTo>
                  <a:pt x="1106322" y="0"/>
                  <a:pt x="1131655" y="25333"/>
                  <a:pt x="1131655" y="56583"/>
                </a:cubicBezTo>
                <a:lnTo>
                  <a:pt x="1131655" y="509244"/>
                </a:lnTo>
                <a:cubicBezTo>
                  <a:pt x="1131655" y="540494"/>
                  <a:pt x="1106322" y="565827"/>
                  <a:pt x="1075072" y="565827"/>
                </a:cubicBezTo>
                <a:lnTo>
                  <a:pt x="56583" y="565827"/>
                </a:lnTo>
                <a:cubicBezTo>
                  <a:pt x="25333" y="565827"/>
                  <a:pt x="0" y="540494"/>
                  <a:pt x="0" y="509244"/>
                </a:cubicBezTo>
                <a:lnTo>
                  <a:pt x="0" y="56583"/>
                </a:lnTo>
                <a:close/>
              </a:path>
            </a:pathLst>
          </a:custGeom>
          <a:solidFill>
            <a:srgbClr val="0079C1"/>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8145" tIns="18145" rIns="18145" bIns="18145" numCol="1" spcCol="1270" anchor="ctr" anchorCtr="0">
            <a:noAutofit/>
          </a:bodyPr>
          <a:lstStyle/>
          <a:p>
            <a:pPr algn="ctr" defTabSz="400050" fontAlgn="base">
              <a:lnSpc>
                <a:spcPct val="90000"/>
              </a:lnSpc>
              <a:spcBef>
                <a:spcPct val="0"/>
              </a:spcBef>
              <a:spcAft>
                <a:spcPct val="35000"/>
              </a:spcAft>
            </a:pPr>
            <a:r>
              <a:rPr lang="en-GB" sz="900" dirty="0">
                <a:solidFill>
                  <a:srgbClr val="FFFFFF"/>
                </a:solidFill>
                <a:latin typeface="Arial"/>
                <a:ea typeface="ＭＳ Ｐゴシック"/>
              </a:rPr>
              <a:t>Slips</a:t>
            </a:r>
          </a:p>
        </p:txBody>
      </p:sp>
      <p:sp>
        <p:nvSpPr>
          <p:cNvPr id="16" name="Freeform: Shape 15">
            <a:extLst>
              <a:ext uri="{FF2B5EF4-FFF2-40B4-BE49-F238E27FC236}">
                <a16:creationId xmlns:a16="http://schemas.microsoft.com/office/drawing/2014/main" id="{105DDFF6-0720-40D1-94A4-BA1D0ABA03C3}"/>
              </a:ext>
            </a:extLst>
          </p:cNvPr>
          <p:cNvSpPr/>
          <p:nvPr/>
        </p:nvSpPr>
        <p:spPr>
          <a:xfrm>
            <a:off x="4813305" y="2307287"/>
            <a:ext cx="1965443" cy="45563"/>
          </a:xfrm>
          <a:custGeom>
            <a:avLst/>
            <a:gdLst>
              <a:gd name="connsiteX0" fmla="*/ 0 w 452662"/>
              <a:gd name="connsiteY0" fmla="*/ 20214 h 40429"/>
              <a:gd name="connsiteX1" fmla="*/ 452662 w 452662"/>
              <a:gd name="connsiteY1" fmla="*/ 20214 h 40429"/>
            </a:gdLst>
            <a:ahLst/>
            <a:cxnLst>
              <a:cxn ang="0">
                <a:pos x="connsiteX0" y="connsiteY0"/>
              </a:cxn>
              <a:cxn ang="0">
                <a:pos x="connsiteX1" y="connsiteY1"/>
              </a:cxn>
            </a:cxnLst>
            <a:rect l="l" t="t" r="r" b="b"/>
            <a:pathLst>
              <a:path w="452662" h="40429">
                <a:moveTo>
                  <a:pt x="0" y="20214"/>
                </a:moveTo>
                <a:lnTo>
                  <a:pt x="452662" y="20214"/>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70786" tIns="6674" rIns="170786" bIns="6674" numCol="1" spcCol="1270" anchor="ctr" anchorCtr="0">
            <a:noAutofit/>
          </a:bodyPr>
          <a:lstStyle/>
          <a:p>
            <a:pPr algn="ctr" defTabSz="166688" fontAlgn="base">
              <a:lnSpc>
                <a:spcPct val="90000"/>
              </a:lnSpc>
              <a:spcBef>
                <a:spcPct val="0"/>
              </a:spcBef>
              <a:spcAft>
                <a:spcPct val="35000"/>
              </a:spcAft>
            </a:pPr>
            <a:endParaRPr lang="en-GB" sz="375">
              <a:solidFill>
                <a:srgbClr val="000000">
                  <a:hueOff val="0"/>
                  <a:satOff val="0"/>
                  <a:lumOff val="0"/>
                  <a:alphaOff val="0"/>
                </a:srgbClr>
              </a:solidFill>
              <a:latin typeface="Arial"/>
              <a:ea typeface="ＭＳ Ｐゴシック"/>
            </a:endParaRPr>
          </a:p>
        </p:txBody>
      </p:sp>
      <p:sp>
        <p:nvSpPr>
          <p:cNvPr id="17" name="Freeform: Shape 16">
            <a:extLst>
              <a:ext uri="{FF2B5EF4-FFF2-40B4-BE49-F238E27FC236}">
                <a16:creationId xmlns:a16="http://schemas.microsoft.com/office/drawing/2014/main" id="{11C652B0-3E85-4549-95D4-56D4C8FC15B2}"/>
              </a:ext>
            </a:extLst>
          </p:cNvPr>
          <p:cNvSpPr/>
          <p:nvPr/>
        </p:nvSpPr>
        <p:spPr>
          <a:xfrm>
            <a:off x="6778746" y="2119003"/>
            <a:ext cx="2700000" cy="436504"/>
          </a:xfrm>
          <a:custGeom>
            <a:avLst/>
            <a:gdLst>
              <a:gd name="connsiteX0" fmla="*/ 0 w 2897728"/>
              <a:gd name="connsiteY0" fmla="*/ 56583 h 565827"/>
              <a:gd name="connsiteX1" fmla="*/ 56583 w 2897728"/>
              <a:gd name="connsiteY1" fmla="*/ 0 h 565827"/>
              <a:gd name="connsiteX2" fmla="*/ 2841145 w 2897728"/>
              <a:gd name="connsiteY2" fmla="*/ 0 h 565827"/>
              <a:gd name="connsiteX3" fmla="*/ 2897728 w 2897728"/>
              <a:gd name="connsiteY3" fmla="*/ 56583 h 565827"/>
              <a:gd name="connsiteX4" fmla="*/ 2897728 w 2897728"/>
              <a:gd name="connsiteY4" fmla="*/ 509244 h 565827"/>
              <a:gd name="connsiteX5" fmla="*/ 2841145 w 2897728"/>
              <a:gd name="connsiteY5" fmla="*/ 565827 h 565827"/>
              <a:gd name="connsiteX6" fmla="*/ 56583 w 2897728"/>
              <a:gd name="connsiteY6" fmla="*/ 565827 h 565827"/>
              <a:gd name="connsiteX7" fmla="*/ 0 w 2897728"/>
              <a:gd name="connsiteY7" fmla="*/ 509244 h 565827"/>
              <a:gd name="connsiteX8" fmla="*/ 0 w 2897728"/>
              <a:gd name="connsiteY8" fmla="*/ 56583 h 565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97728" h="565827">
                <a:moveTo>
                  <a:pt x="0" y="56583"/>
                </a:moveTo>
                <a:cubicBezTo>
                  <a:pt x="0" y="25333"/>
                  <a:pt x="25333" y="0"/>
                  <a:pt x="56583" y="0"/>
                </a:cubicBezTo>
                <a:lnTo>
                  <a:pt x="2841145" y="0"/>
                </a:lnTo>
                <a:cubicBezTo>
                  <a:pt x="2872395" y="0"/>
                  <a:pt x="2897728" y="25333"/>
                  <a:pt x="2897728" y="56583"/>
                </a:cubicBezTo>
                <a:lnTo>
                  <a:pt x="2897728" y="509244"/>
                </a:lnTo>
                <a:cubicBezTo>
                  <a:pt x="2897728" y="540494"/>
                  <a:pt x="2872395" y="565827"/>
                  <a:pt x="2841145" y="565827"/>
                </a:cubicBezTo>
                <a:lnTo>
                  <a:pt x="56583" y="565827"/>
                </a:lnTo>
                <a:cubicBezTo>
                  <a:pt x="25333" y="565827"/>
                  <a:pt x="0" y="540494"/>
                  <a:pt x="0" y="509244"/>
                </a:cubicBezTo>
                <a:lnTo>
                  <a:pt x="0" y="56583"/>
                </a:lnTo>
                <a:close/>
              </a:path>
            </a:pathLst>
          </a:custGeom>
          <a:solidFill>
            <a:schemeClr val="accent5"/>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8145" tIns="18145" rIns="18145" bIns="18145" numCol="1" spcCol="1270" anchor="ctr" anchorCtr="0">
            <a:noAutofit/>
          </a:bodyPr>
          <a:lstStyle/>
          <a:p>
            <a:pPr algn="ctr" defTabSz="400050" fontAlgn="base">
              <a:lnSpc>
                <a:spcPct val="90000"/>
              </a:lnSpc>
              <a:spcBef>
                <a:spcPct val="0"/>
              </a:spcBef>
              <a:spcAft>
                <a:spcPct val="35000"/>
              </a:spcAft>
            </a:pPr>
            <a:r>
              <a:rPr lang="en-GB" sz="900" i="1" dirty="0">
                <a:solidFill>
                  <a:srgbClr val="000000"/>
                </a:solidFill>
                <a:latin typeface="Arial"/>
                <a:ea typeface="ＭＳ Ｐゴシック"/>
              </a:rPr>
              <a:t>Not doing what you’re meant to do</a:t>
            </a:r>
            <a:endParaRPr lang="en-GB" sz="900" dirty="0">
              <a:solidFill>
                <a:srgbClr val="FFFFFF"/>
              </a:solidFill>
              <a:latin typeface="Arial"/>
              <a:ea typeface="ＭＳ Ｐゴシック"/>
            </a:endParaRPr>
          </a:p>
        </p:txBody>
      </p:sp>
      <p:sp>
        <p:nvSpPr>
          <p:cNvPr id="20" name="Freeform: Shape 19">
            <a:extLst>
              <a:ext uri="{FF2B5EF4-FFF2-40B4-BE49-F238E27FC236}">
                <a16:creationId xmlns:a16="http://schemas.microsoft.com/office/drawing/2014/main" id="{A579FEDD-C911-42E6-BE90-28EC421E50D1}"/>
              </a:ext>
            </a:extLst>
          </p:cNvPr>
          <p:cNvSpPr/>
          <p:nvPr/>
        </p:nvSpPr>
        <p:spPr>
          <a:xfrm>
            <a:off x="4804551" y="2808989"/>
            <a:ext cx="1974197" cy="45840"/>
          </a:xfrm>
          <a:custGeom>
            <a:avLst/>
            <a:gdLst>
              <a:gd name="connsiteX0" fmla="*/ 0 w 452662"/>
              <a:gd name="connsiteY0" fmla="*/ 20214 h 40429"/>
              <a:gd name="connsiteX1" fmla="*/ 452662 w 452662"/>
              <a:gd name="connsiteY1" fmla="*/ 20214 h 40429"/>
            </a:gdLst>
            <a:ahLst/>
            <a:cxnLst>
              <a:cxn ang="0">
                <a:pos x="connsiteX0" y="connsiteY0"/>
              </a:cxn>
              <a:cxn ang="0">
                <a:pos x="connsiteX1" y="connsiteY1"/>
              </a:cxn>
            </a:cxnLst>
            <a:rect l="l" t="t" r="r" b="b"/>
            <a:pathLst>
              <a:path w="452662" h="40429">
                <a:moveTo>
                  <a:pt x="0" y="20214"/>
                </a:moveTo>
                <a:lnTo>
                  <a:pt x="452662" y="20214"/>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70786" tIns="6674" rIns="170786" bIns="6674" numCol="1" spcCol="1270" anchor="ctr" anchorCtr="0">
            <a:noAutofit/>
          </a:bodyPr>
          <a:lstStyle/>
          <a:p>
            <a:pPr algn="ctr" defTabSz="166688" fontAlgn="base">
              <a:lnSpc>
                <a:spcPct val="90000"/>
              </a:lnSpc>
              <a:spcBef>
                <a:spcPct val="0"/>
              </a:spcBef>
              <a:spcAft>
                <a:spcPct val="35000"/>
              </a:spcAft>
            </a:pPr>
            <a:endParaRPr lang="en-GB" sz="375">
              <a:solidFill>
                <a:srgbClr val="000000">
                  <a:hueOff val="0"/>
                  <a:satOff val="0"/>
                  <a:lumOff val="0"/>
                  <a:alphaOff val="0"/>
                </a:srgbClr>
              </a:solidFill>
              <a:latin typeface="Arial"/>
              <a:ea typeface="ＭＳ Ｐゴシック"/>
            </a:endParaRPr>
          </a:p>
        </p:txBody>
      </p:sp>
      <p:sp>
        <p:nvSpPr>
          <p:cNvPr id="21" name="Freeform: Shape 20">
            <a:extLst>
              <a:ext uri="{FF2B5EF4-FFF2-40B4-BE49-F238E27FC236}">
                <a16:creationId xmlns:a16="http://schemas.microsoft.com/office/drawing/2014/main" id="{87E824C3-2795-4159-A826-D9A7421B2D45}"/>
              </a:ext>
            </a:extLst>
          </p:cNvPr>
          <p:cNvSpPr/>
          <p:nvPr/>
        </p:nvSpPr>
        <p:spPr>
          <a:xfrm>
            <a:off x="6778746" y="2620983"/>
            <a:ext cx="2700000" cy="436504"/>
          </a:xfrm>
          <a:custGeom>
            <a:avLst/>
            <a:gdLst>
              <a:gd name="connsiteX0" fmla="*/ 0 w 2897728"/>
              <a:gd name="connsiteY0" fmla="*/ 56583 h 565827"/>
              <a:gd name="connsiteX1" fmla="*/ 56583 w 2897728"/>
              <a:gd name="connsiteY1" fmla="*/ 0 h 565827"/>
              <a:gd name="connsiteX2" fmla="*/ 2841145 w 2897728"/>
              <a:gd name="connsiteY2" fmla="*/ 0 h 565827"/>
              <a:gd name="connsiteX3" fmla="*/ 2897728 w 2897728"/>
              <a:gd name="connsiteY3" fmla="*/ 56583 h 565827"/>
              <a:gd name="connsiteX4" fmla="*/ 2897728 w 2897728"/>
              <a:gd name="connsiteY4" fmla="*/ 509244 h 565827"/>
              <a:gd name="connsiteX5" fmla="*/ 2841145 w 2897728"/>
              <a:gd name="connsiteY5" fmla="*/ 565827 h 565827"/>
              <a:gd name="connsiteX6" fmla="*/ 56583 w 2897728"/>
              <a:gd name="connsiteY6" fmla="*/ 565827 h 565827"/>
              <a:gd name="connsiteX7" fmla="*/ 0 w 2897728"/>
              <a:gd name="connsiteY7" fmla="*/ 509244 h 565827"/>
              <a:gd name="connsiteX8" fmla="*/ 0 w 2897728"/>
              <a:gd name="connsiteY8" fmla="*/ 56583 h 565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97728" h="565827">
                <a:moveTo>
                  <a:pt x="0" y="56583"/>
                </a:moveTo>
                <a:cubicBezTo>
                  <a:pt x="0" y="25333"/>
                  <a:pt x="25333" y="0"/>
                  <a:pt x="56583" y="0"/>
                </a:cubicBezTo>
                <a:lnTo>
                  <a:pt x="2841145" y="0"/>
                </a:lnTo>
                <a:cubicBezTo>
                  <a:pt x="2872395" y="0"/>
                  <a:pt x="2897728" y="25333"/>
                  <a:pt x="2897728" y="56583"/>
                </a:cubicBezTo>
                <a:lnTo>
                  <a:pt x="2897728" y="509244"/>
                </a:lnTo>
                <a:cubicBezTo>
                  <a:pt x="2897728" y="540494"/>
                  <a:pt x="2872395" y="565827"/>
                  <a:pt x="2841145" y="565827"/>
                </a:cubicBezTo>
                <a:lnTo>
                  <a:pt x="56583" y="565827"/>
                </a:lnTo>
                <a:cubicBezTo>
                  <a:pt x="25333" y="565827"/>
                  <a:pt x="0" y="540494"/>
                  <a:pt x="0" y="509244"/>
                </a:cubicBezTo>
                <a:lnTo>
                  <a:pt x="0" y="56583"/>
                </a:lnTo>
                <a:close/>
              </a:path>
            </a:pathLst>
          </a:custGeom>
          <a:solidFill>
            <a:schemeClr val="accent5"/>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8145" tIns="18145" rIns="18145" bIns="18145" numCol="1" spcCol="1270" anchor="ctr" anchorCtr="0">
            <a:noAutofit/>
          </a:bodyPr>
          <a:lstStyle/>
          <a:p>
            <a:pPr algn="ctr" defTabSz="400050" fontAlgn="base">
              <a:lnSpc>
                <a:spcPct val="90000"/>
              </a:lnSpc>
              <a:spcBef>
                <a:spcPct val="0"/>
              </a:spcBef>
              <a:spcAft>
                <a:spcPct val="35000"/>
              </a:spcAft>
            </a:pPr>
            <a:r>
              <a:rPr lang="en-GB" sz="900" i="1" dirty="0">
                <a:solidFill>
                  <a:srgbClr val="000000"/>
                </a:solidFill>
                <a:latin typeface="Arial"/>
                <a:ea typeface="ＭＳ Ｐゴシック"/>
              </a:rPr>
              <a:t>Forgetting to do something</a:t>
            </a:r>
            <a:endParaRPr lang="en-GB" sz="900" dirty="0">
              <a:solidFill>
                <a:srgbClr val="FFFFFF"/>
              </a:solidFill>
              <a:latin typeface="Arial"/>
              <a:ea typeface="ＭＳ Ｐゴシック"/>
            </a:endParaRPr>
          </a:p>
        </p:txBody>
      </p:sp>
      <p:sp>
        <p:nvSpPr>
          <p:cNvPr id="23" name="Freeform: Shape 22">
            <a:extLst>
              <a:ext uri="{FF2B5EF4-FFF2-40B4-BE49-F238E27FC236}">
                <a16:creationId xmlns:a16="http://schemas.microsoft.com/office/drawing/2014/main" id="{CE9766D1-9AB6-48D6-991D-AC34826440AD}"/>
              </a:ext>
            </a:extLst>
          </p:cNvPr>
          <p:cNvSpPr/>
          <p:nvPr/>
        </p:nvSpPr>
        <p:spPr>
          <a:xfrm>
            <a:off x="3780906" y="3157105"/>
            <a:ext cx="1023645" cy="436504"/>
          </a:xfrm>
          <a:custGeom>
            <a:avLst/>
            <a:gdLst>
              <a:gd name="connsiteX0" fmla="*/ 0 w 1131655"/>
              <a:gd name="connsiteY0" fmla="*/ 56583 h 565827"/>
              <a:gd name="connsiteX1" fmla="*/ 56583 w 1131655"/>
              <a:gd name="connsiteY1" fmla="*/ 0 h 565827"/>
              <a:gd name="connsiteX2" fmla="*/ 1075072 w 1131655"/>
              <a:gd name="connsiteY2" fmla="*/ 0 h 565827"/>
              <a:gd name="connsiteX3" fmla="*/ 1131655 w 1131655"/>
              <a:gd name="connsiteY3" fmla="*/ 56583 h 565827"/>
              <a:gd name="connsiteX4" fmla="*/ 1131655 w 1131655"/>
              <a:gd name="connsiteY4" fmla="*/ 509244 h 565827"/>
              <a:gd name="connsiteX5" fmla="*/ 1075072 w 1131655"/>
              <a:gd name="connsiteY5" fmla="*/ 565827 h 565827"/>
              <a:gd name="connsiteX6" fmla="*/ 56583 w 1131655"/>
              <a:gd name="connsiteY6" fmla="*/ 565827 h 565827"/>
              <a:gd name="connsiteX7" fmla="*/ 0 w 1131655"/>
              <a:gd name="connsiteY7" fmla="*/ 509244 h 565827"/>
              <a:gd name="connsiteX8" fmla="*/ 0 w 1131655"/>
              <a:gd name="connsiteY8" fmla="*/ 56583 h 565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31655" h="565827">
                <a:moveTo>
                  <a:pt x="0" y="56583"/>
                </a:moveTo>
                <a:cubicBezTo>
                  <a:pt x="0" y="25333"/>
                  <a:pt x="25333" y="0"/>
                  <a:pt x="56583" y="0"/>
                </a:cubicBezTo>
                <a:lnTo>
                  <a:pt x="1075072" y="0"/>
                </a:lnTo>
                <a:cubicBezTo>
                  <a:pt x="1106322" y="0"/>
                  <a:pt x="1131655" y="25333"/>
                  <a:pt x="1131655" y="56583"/>
                </a:cubicBezTo>
                <a:lnTo>
                  <a:pt x="1131655" y="509244"/>
                </a:lnTo>
                <a:cubicBezTo>
                  <a:pt x="1131655" y="540494"/>
                  <a:pt x="1106322" y="565827"/>
                  <a:pt x="1075072" y="565827"/>
                </a:cubicBezTo>
                <a:lnTo>
                  <a:pt x="56583" y="565827"/>
                </a:lnTo>
                <a:cubicBezTo>
                  <a:pt x="25333" y="565827"/>
                  <a:pt x="0" y="540494"/>
                  <a:pt x="0" y="509244"/>
                </a:cubicBezTo>
                <a:lnTo>
                  <a:pt x="0" y="56583"/>
                </a:lnTo>
                <a:close/>
              </a:path>
            </a:pathLst>
          </a:custGeom>
          <a:solidFill>
            <a:srgbClr val="0079C1"/>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8145" tIns="18145" rIns="18145" bIns="18145" numCol="1" spcCol="1270" anchor="ctr" anchorCtr="0">
            <a:noAutofit/>
          </a:bodyPr>
          <a:lstStyle/>
          <a:p>
            <a:pPr algn="ctr" defTabSz="400050" fontAlgn="base">
              <a:lnSpc>
                <a:spcPct val="90000"/>
              </a:lnSpc>
              <a:spcBef>
                <a:spcPct val="0"/>
              </a:spcBef>
              <a:spcAft>
                <a:spcPct val="35000"/>
              </a:spcAft>
            </a:pPr>
            <a:r>
              <a:rPr lang="en-GB" sz="900" dirty="0">
                <a:solidFill>
                  <a:srgbClr val="FFFFFF"/>
                </a:solidFill>
                <a:latin typeface="Arial"/>
                <a:ea typeface="ＭＳ Ｐゴシック"/>
              </a:rPr>
              <a:t>Mistakes</a:t>
            </a:r>
          </a:p>
        </p:txBody>
      </p:sp>
      <p:sp>
        <p:nvSpPr>
          <p:cNvPr id="24" name="Freeform: Shape 23">
            <a:extLst>
              <a:ext uri="{FF2B5EF4-FFF2-40B4-BE49-F238E27FC236}">
                <a16:creationId xmlns:a16="http://schemas.microsoft.com/office/drawing/2014/main" id="{80E74ECC-B0A9-4ED1-855E-28ACA48192DA}"/>
              </a:ext>
            </a:extLst>
          </p:cNvPr>
          <p:cNvSpPr/>
          <p:nvPr/>
        </p:nvSpPr>
        <p:spPr>
          <a:xfrm>
            <a:off x="6151642" y="5162355"/>
            <a:ext cx="592089" cy="454697"/>
          </a:xfrm>
          <a:custGeom>
            <a:avLst/>
            <a:gdLst>
              <a:gd name="connsiteX0" fmla="*/ 0 w 766017"/>
              <a:gd name="connsiteY0" fmla="*/ 20214 h 40429"/>
              <a:gd name="connsiteX1" fmla="*/ 766017 w 766017"/>
              <a:gd name="connsiteY1" fmla="*/ 20214 h 40429"/>
            </a:gdLst>
            <a:ahLst/>
            <a:cxnLst>
              <a:cxn ang="0">
                <a:pos x="connsiteX0" y="connsiteY0"/>
              </a:cxn>
              <a:cxn ang="0">
                <a:pos x="connsiteX1" y="connsiteY1"/>
              </a:cxn>
            </a:cxnLst>
            <a:rect l="l" t="t" r="r" b="b"/>
            <a:pathLst>
              <a:path w="766017" h="40429">
                <a:moveTo>
                  <a:pt x="0" y="20214"/>
                </a:moveTo>
                <a:lnTo>
                  <a:pt x="766017" y="20214"/>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282418" tIns="798" rIns="282419" bIns="798" numCol="1" spcCol="1270" anchor="ctr" anchorCtr="0">
            <a:noAutofit/>
          </a:bodyPr>
          <a:lstStyle/>
          <a:p>
            <a:pPr algn="ctr" defTabSz="166688" fontAlgn="base">
              <a:lnSpc>
                <a:spcPct val="90000"/>
              </a:lnSpc>
              <a:spcBef>
                <a:spcPct val="0"/>
              </a:spcBef>
              <a:spcAft>
                <a:spcPct val="35000"/>
              </a:spcAft>
            </a:pPr>
            <a:endParaRPr lang="en-GB" sz="375">
              <a:solidFill>
                <a:srgbClr val="000000">
                  <a:hueOff val="0"/>
                  <a:satOff val="0"/>
                  <a:lumOff val="0"/>
                  <a:alphaOff val="0"/>
                </a:srgbClr>
              </a:solidFill>
              <a:latin typeface="Arial"/>
              <a:ea typeface="ＭＳ Ｐゴシック"/>
            </a:endParaRPr>
          </a:p>
        </p:txBody>
      </p:sp>
      <p:sp>
        <p:nvSpPr>
          <p:cNvPr id="26" name="Freeform: Shape 25">
            <a:extLst>
              <a:ext uri="{FF2B5EF4-FFF2-40B4-BE49-F238E27FC236}">
                <a16:creationId xmlns:a16="http://schemas.microsoft.com/office/drawing/2014/main" id="{B756A350-5F7C-4FC5-909B-DC295BD4B68F}"/>
              </a:ext>
            </a:extLst>
          </p:cNvPr>
          <p:cNvSpPr/>
          <p:nvPr/>
        </p:nvSpPr>
        <p:spPr>
          <a:xfrm>
            <a:off x="4813305" y="3322520"/>
            <a:ext cx="1965443" cy="34289"/>
          </a:xfrm>
          <a:custGeom>
            <a:avLst/>
            <a:gdLst>
              <a:gd name="connsiteX0" fmla="*/ 0 w 452662"/>
              <a:gd name="connsiteY0" fmla="*/ 20214 h 40429"/>
              <a:gd name="connsiteX1" fmla="*/ 452662 w 452662"/>
              <a:gd name="connsiteY1" fmla="*/ 20214 h 40429"/>
            </a:gdLst>
            <a:ahLst/>
            <a:cxnLst>
              <a:cxn ang="0">
                <a:pos x="connsiteX0" y="connsiteY0"/>
              </a:cxn>
              <a:cxn ang="0">
                <a:pos x="connsiteX1" y="connsiteY1"/>
              </a:cxn>
            </a:cxnLst>
            <a:rect l="l" t="t" r="r" b="b"/>
            <a:pathLst>
              <a:path w="452662" h="40429">
                <a:moveTo>
                  <a:pt x="0" y="20214"/>
                </a:moveTo>
                <a:lnTo>
                  <a:pt x="452662" y="20214"/>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70786" tIns="6674" rIns="170786" bIns="6674" numCol="1" spcCol="1270" anchor="ctr" anchorCtr="0">
            <a:noAutofit/>
          </a:bodyPr>
          <a:lstStyle/>
          <a:p>
            <a:pPr algn="ctr" defTabSz="166688" fontAlgn="base">
              <a:lnSpc>
                <a:spcPct val="90000"/>
              </a:lnSpc>
              <a:spcBef>
                <a:spcPct val="0"/>
              </a:spcBef>
              <a:spcAft>
                <a:spcPct val="35000"/>
              </a:spcAft>
            </a:pPr>
            <a:endParaRPr lang="en-GB" sz="375">
              <a:solidFill>
                <a:srgbClr val="000000">
                  <a:hueOff val="0"/>
                  <a:satOff val="0"/>
                  <a:lumOff val="0"/>
                  <a:alphaOff val="0"/>
                </a:srgbClr>
              </a:solidFill>
              <a:latin typeface="Arial"/>
              <a:ea typeface="ＭＳ Ｐゴシック"/>
            </a:endParaRPr>
          </a:p>
        </p:txBody>
      </p:sp>
      <p:sp>
        <p:nvSpPr>
          <p:cNvPr id="27" name="Freeform: Shape 26">
            <a:extLst>
              <a:ext uri="{FF2B5EF4-FFF2-40B4-BE49-F238E27FC236}">
                <a16:creationId xmlns:a16="http://schemas.microsoft.com/office/drawing/2014/main" id="{6C682097-4D90-4BF8-91DB-FDA3DB6CB327}"/>
              </a:ext>
            </a:extLst>
          </p:cNvPr>
          <p:cNvSpPr/>
          <p:nvPr/>
        </p:nvSpPr>
        <p:spPr>
          <a:xfrm>
            <a:off x="6778746" y="3122963"/>
            <a:ext cx="2700000" cy="436504"/>
          </a:xfrm>
          <a:custGeom>
            <a:avLst/>
            <a:gdLst>
              <a:gd name="connsiteX0" fmla="*/ 0 w 2935616"/>
              <a:gd name="connsiteY0" fmla="*/ 56583 h 565827"/>
              <a:gd name="connsiteX1" fmla="*/ 56583 w 2935616"/>
              <a:gd name="connsiteY1" fmla="*/ 0 h 565827"/>
              <a:gd name="connsiteX2" fmla="*/ 2879033 w 2935616"/>
              <a:gd name="connsiteY2" fmla="*/ 0 h 565827"/>
              <a:gd name="connsiteX3" fmla="*/ 2935616 w 2935616"/>
              <a:gd name="connsiteY3" fmla="*/ 56583 h 565827"/>
              <a:gd name="connsiteX4" fmla="*/ 2935616 w 2935616"/>
              <a:gd name="connsiteY4" fmla="*/ 509244 h 565827"/>
              <a:gd name="connsiteX5" fmla="*/ 2879033 w 2935616"/>
              <a:gd name="connsiteY5" fmla="*/ 565827 h 565827"/>
              <a:gd name="connsiteX6" fmla="*/ 56583 w 2935616"/>
              <a:gd name="connsiteY6" fmla="*/ 565827 h 565827"/>
              <a:gd name="connsiteX7" fmla="*/ 0 w 2935616"/>
              <a:gd name="connsiteY7" fmla="*/ 509244 h 565827"/>
              <a:gd name="connsiteX8" fmla="*/ 0 w 2935616"/>
              <a:gd name="connsiteY8" fmla="*/ 56583 h 565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35616" h="565827">
                <a:moveTo>
                  <a:pt x="0" y="56583"/>
                </a:moveTo>
                <a:cubicBezTo>
                  <a:pt x="0" y="25333"/>
                  <a:pt x="25333" y="0"/>
                  <a:pt x="56583" y="0"/>
                </a:cubicBezTo>
                <a:lnTo>
                  <a:pt x="2879033" y="0"/>
                </a:lnTo>
                <a:cubicBezTo>
                  <a:pt x="2910283" y="0"/>
                  <a:pt x="2935616" y="25333"/>
                  <a:pt x="2935616" y="56583"/>
                </a:cubicBezTo>
                <a:lnTo>
                  <a:pt x="2935616" y="509244"/>
                </a:lnTo>
                <a:cubicBezTo>
                  <a:pt x="2935616" y="540494"/>
                  <a:pt x="2910283" y="565827"/>
                  <a:pt x="2879033" y="565827"/>
                </a:cubicBezTo>
                <a:lnTo>
                  <a:pt x="56583" y="565827"/>
                </a:lnTo>
                <a:cubicBezTo>
                  <a:pt x="25333" y="565827"/>
                  <a:pt x="0" y="540494"/>
                  <a:pt x="0" y="509244"/>
                </a:cubicBezTo>
                <a:lnTo>
                  <a:pt x="0" y="56583"/>
                </a:lnTo>
                <a:close/>
              </a:path>
            </a:pathLst>
          </a:custGeom>
          <a:solidFill>
            <a:schemeClr val="accent5"/>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8145" tIns="18145" rIns="18145" bIns="18145" numCol="1" spcCol="1270" anchor="ctr" anchorCtr="0">
            <a:noAutofit/>
          </a:bodyPr>
          <a:lstStyle/>
          <a:p>
            <a:pPr algn="ctr" defTabSz="400050" fontAlgn="base">
              <a:lnSpc>
                <a:spcPct val="90000"/>
              </a:lnSpc>
              <a:spcBef>
                <a:spcPct val="0"/>
              </a:spcBef>
              <a:spcAft>
                <a:spcPct val="35000"/>
              </a:spcAft>
            </a:pPr>
            <a:r>
              <a:rPr lang="en-GB" sz="900" i="1" dirty="0">
                <a:solidFill>
                  <a:srgbClr val="000000"/>
                </a:solidFill>
                <a:latin typeface="Arial"/>
                <a:ea typeface="ＭＳ Ｐゴシック"/>
              </a:rPr>
              <a:t>Do the wrong thing, believing it to be right</a:t>
            </a:r>
            <a:endParaRPr lang="en-GB" sz="900" dirty="0">
              <a:solidFill>
                <a:srgbClr val="FFFFFF"/>
              </a:solidFill>
              <a:latin typeface="Arial"/>
              <a:ea typeface="ＭＳ Ｐゴシック"/>
            </a:endParaRPr>
          </a:p>
        </p:txBody>
      </p:sp>
      <p:sp>
        <p:nvSpPr>
          <p:cNvPr id="9" name="Rectangle: Rounded Corners 8">
            <a:extLst>
              <a:ext uri="{FF2B5EF4-FFF2-40B4-BE49-F238E27FC236}">
                <a16:creationId xmlns:a16="http://schemas.microsoft.com/office/drawing/2014/main" id="{DC00461A-2192-4D37-A756-DAA94ED53559}"/>
              </a:ext>
            </a:extLst>
          </p:cNvPr>
          <p:cNvSpPr/>
          <p:nvPr/>
        </p:nvSpPr>
        <p:spPr>
          <a:xfrm>
            <a:off x="3789660" y="2627049"/>
            <a:ext cx="1023644" cy="424370"/>
          </a:xfrm>
          <a:prstGeom prst="roundRect">
            <a:avLst>
              <a:gd name="adj" fmla="val 10000"/>
            </a:avLst>
          </a:prstGeom>
          <a:solidFill>
            <a:srgbClr val="0079C1"/>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pPr fontAlgn="base">
              <a:spcBef>
                <a:spcPct val="0"/>
              </a:spcBef>
              <a:spcAft>
                <a:spcPct val="0"/>
              </a:spcAft>
            </a:pPr>
            <a:endParaRPr lang="en-GB" sz="900" b="1">
              <a:solidFill>
                <a:srgbClr val="FFFFFF"/>
              </a:solidFill>
              <a:latin typeface="Arial"/>
              <a:ea typeface="ＭＳ Ｐゴシック"/>
            </a:endParaRPr>
          </a:p>
        </p:txBody>
      </p:sp>
      <p:sp>
        <p:nvSpPr>
          <p:cNvPr id="10" name="Rectangle: Rounded Corners 4">
            <a:extLst>
              <a:ext uri="{FF2B5EF4-FFF2-40B4-BE49-F238E27FC236}">
                <a16:creationId xmlns:a16="http://schemas.microsoft.com/office/drawing/2014/main" id="{55F06365-214F-4705-8F5F-5D380885EA92}"/>
              </a:ext>
            </a:extLst>
          </p:cNvPr>
          <p:cNvSpPr txBox="1"/>
          <p:nvPr/>
        </p:nvSpPr>
        <p:spPr>
          <a:xfrm>
            <a:off x="3768439" y="2645546"/>
            <a:ext cx="1014892" cy="39951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715" tIns="5715" rIns="5715" bIns="5715" numCol="1" spcCol="1270" anchor="ctr" anchorCtr="0">
            <a:noAutofit/>
          </a:bodyPr>
          <a:lstStyle/>
          <a:p>
            <a:pPr algn="ctr" defTabSz="400050" fontAlgn="base">
              <a:lnSpc>
                <a:spcPct val="90000"/>
              </a:lnSpc>
              <a:spcBef>
                <a:spcPct val="0"/>
              </a:spcBef>
              <a:spcAft>
                <a:spcPct val="35000"/>
              </a:spcAft>
            </a:pPr>
            <a:r>
              <a:rPr lang="en-GB" sz="900" dirty="0">
                <a:solidFill>
                  <a:srgbClr val="FFFFFF"/>
                </a:solidFill>
                <a:latin typeface="Arial"/>
                <a:ea typeface="ＭＳ Ｐゴシック"/>
              </a:rPr>
              <a:t>Lapses</a:t>
            </a:r>
          </a:p>
        </p:txBody>
      </p:sp>
      <p:sp>
        <p:nvSpPr>
          <p:cNvPr id="36" name="Freeform: Shape 35">
            <a:extLst>
              <a:ext uri="{FF2B5EF4-FFF2-40B4-BE49-F238E27FC236}">
                <a16:creationId xmlns:a16="http://schemas.microsoft.com/office/drawing/2014/main" id="{B515F4F3-0967-4E0E-8C3B-C28ABD2DB2AA}"/>
              </a:ext>
            </a:extLst>
          </p:cNvPr>
          <p:cNvSpPr/>
          <p:nvPr/>
        </p:nvSpPr>
        <p:spPr>
          <a:xfrm>
            <a:off x="6756172" y="3939153"/>
            <a:ext cx="2700000" cy="436504"/>
          </a:xfrm>
          <a:custGeom>
            <a:avLst/>
            <a:gdLst>
              <a:gd name="connsiteX0" fmla="*/ 0 w 2935616"/>
              <a:gd name="connsiteY0" fmla="*/ 56583 h 565827"/>
              <a:gd name="connsiteX1" fmla="*/ 56583 w 2935616"/>
              <a:gd name="connsiteY1" fmla="*/ 0 h 565827"/>
              <a:gd name="connsiteX2" fmla="*/ 2879033 w 2935616"/>
              <a:gd name="connsiteY2" fmla="*/ 0 h 565827"/>
              <a:gd name="connsiteX3" fmla="*/ 2935616 w 2935616"/>
              <a:gd name="connsiteY3" fmla="*/ 56583 h 565827"/>
              <a:gd name="connsiteX4" fmla="*/ 2935616 w 2935616"/>
              <a:gd name="connsiteY4" fmla="*/ 509244 h 565827"/>
              <a:gd name="connsiteX5" fmla="*/ 2879033 w 2935616"/>
              <a:gd name="connsiteY5" fmla="*/ 565827 h 565827"/>
              <a:gd name="connsiteX6" fmla="*/ 56583 w 2935616"/>
              <a:gd name="connsiteY6" fmla="*/ 565827 h 565827"/>
              <a:gd name="connsiteX7" fmla="*/ 0 w 2935616"/>
              <a:gd name="connsiteY7" fmla="*/ 509244 h 565827"/>
              <a:gd name="connsiteX8" fmla="*/ 0 w 2935616"/>
              <a:gd name="connsiteY8" fmla="*/ 56583 h 565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35616" h="565827">
                <a:moveTo>
                  <a:pt x="0" y="56583"/>
                </a:moveTo>
                <a:cubicBezTo>
                  <a:pt x="0" y="25333"/>
                  <a:pt x="25333" y="0"/>
                  <a:pt x="56583" y="0"/>
                </a:cubicBezTo>
                <a:lnTo>
                  <a:pt x="2879033" y="0"/>
                </a:lnTo>
                <a:cubicBezTo>
                  <a:pt x="2910283" y="0"/>
                  <a:pt x="2935616" y="25333"/>
                  <a:pt x="2935616" y="56583"/>
                </a:cubicBezTo>
                <a:lnTo>
                  <a:pt x="2935616" y="509244"/>
                </a:lnTo>
                <a:cubicBezTo>
                  <a:pt x="2935616" y="540494"/>
                  <a:pt x="2910283" y="565827"/>
                  <a:pt x="2879033" y="565827"/>
                </a:cubicBezTo>
                <a:lnTo>
                  <a:pt x="56583" y="565827"/>
                </a:lnTo>
                <a:cubicBezTo>
                  <a:pt x="25333" y="565827"/>
                  <a:pt x="0" y="540494"/>
                  <a:pt x="0" y="509244"/>
                </a:cubicBezTo>
                <a:lnTo>
                  <a:pt x="0" y="56583"/>
                </a:lnTo>
                <a:close/>
              </a:path>
            </a:pathLst>
          </a:custGeom>
          <a:solidFill>
            <a:schemeClr val="accent5"/>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8145" tIns="18145" rIns="18145" bIns="18145" numCol="1" spcCol="1270" anchor="ctr" anchorCtr="0">
            <a:noAutofit/>
          </a:bodyPr>
          <a:lstStyle/>
          <a:p>
            <a:pPr algn="ctr" defTabSz="400050" fontAlgn="base">
              <a:lnSpc>
                <a:spcPct val="90000"/>
              </a:lnSpc>
              <a:spcBef>
                <a:spcPct val="0"/>
              </a:spcBef>
              <a:spcAft>
                <a:spcPct val="35000"/>
              </a:spcAft>
            </a:pPr>
            <a:r>
              <a:rPr lang="en-GB" sz="900" i="1" dirty="0">
                <a:solidFill>
                  <a:srgbClr val="000000"/>
                </a:solidFill>
                <a:latin typeface="Arial"/>
                <a:ea typeface="ＭＳ Ｐゴシック"/>
              </a:rPr>
              <a:t>Strong, but wrong habits (norms)</a:t>
            </a:r>
            <a:endParaRPr lang="en-GB" sz="900" dirty="0">
              <a:solidFill>
                <a:srgbClr val="000000"/>
              </a:solidFill>
              <a:latin typeface="Arial"/>
              <a:ea typeface="ＭＳ Ｐゴシック"/>
            </a:endParaRPr>
          </a:p>
        </p:txBody>
      </p:sp>
      <p:sp>
        <p:nvSpPr>
          <p:cNvPr id="37" name="Freeform: Shape 36">
            <a:extLst>
              <a:ext uri="{FF2B5EF4-FFF2-40B4-BE49-F238E27FC236}">
                <a16:creationId xmlns:a16="http://schemas.microsoft.com/office/drawing/2014/main" id="{A0BDB68E-39DD-4CC2-8A52-133649F8CBB6}"/>
              </a:ext>
            </a:extLst>
          </p:cNvPr>
          <p:cNvSpPr/>
          <p:nvPr/>
        </p:nvSpPr>
        <p:spPr>
          <a:xfrm>
            <a:off x="6756172" y="4544817"/>
            <a:ext cx="2700000" cy="436504"/>
          </a:xfrm>
          <a:custGeom>
            <a:avLst/>
            <a:gdLst>
              <a:gd name="connsiteX0" fmla="*/ 0 w 2935616"/>
              <a:gd name="connsiteY0" fmla="*/ 56583 h 565827"/>
              <a:gd name="connsiteX1" fmla="*/ 56583 w 2935616"/>
              <a:gd name="connsiteY1" fmla="*/ 0 h 565827"/>
              <a:gd name="connsiteX2" fmla="*/ 2879033 w 2935616"/>
              <a:gd name="connsiteY2" fmla="*/ 0 h 565827"/>
              <a:gd name="connsiteX3" fmla="*/ 2935616 w 2935616"/>
              <a:gd name="connsiteY3" fmla="*/ 56583 h 565827"/>
              <a:gd name="connsiteX4" fmla="*/ 2935616 w 2935616"/>
              <a:gd name="connsiteY4" fmla="*/ 509244 h 565827"/>
              <a:gd name="connsiteX5" fmla="*/ 2879033 w 2935616"/>
              <a:gd name="connsiteY5" fmla="*/ 565827 h 565827"/>
              <a:gd name="connsiteX6" fmla="*/ 56583 w 2935616"/>
              <a:gd name="connsiteY6" fmla="*/ 565827 h 565827"/>
              <a:gd name="connsiteX7" fmla="*/ 0 w 2935616"/>
              <a:gd name="connsiteY7" fmla="*/ 509244 h 565827"/>
              <a:gd name="connsiteX8" fmla="*/ 0 w 2935616"/>
              <a:gd name="connsiteY8" fmla="*/ 56583 h 565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35616" h="565827">
                <a:moveTo>
                  <a:pt x="0" y="56583"/>
                </a:moveTo>
                <a:cubicBezTo>
                  <a:pt x="0" y="25333"/>
                  <a:pt x="25333" y="0"/>
                  <a:pt x="56583" y="0"/>
                </a:cubicBezTo>
                <a:lnTo>
                  <a:pt x="2879033" y="0"/>
                </a:lnTo>
                <a:cubicBezTo>
                  <a:pt x="2910283" y="0"/>
                  <a:pt x="2935616" y="25333"/>
                  <a:pt x="2935616" y="56583"/>
                </a:cubicBezTo>
                <a:lnTo>
                  <a:pt x="2935616" y="509244"/>
                </a:lnTo>
                <a:cubicBezTo>
                  <a:pt x="2935616" y="540494"/>
                  <a:pt x="2910283" y="565827"/>
                  <a:pt x="2879033" y="565827"/>
                </a:cubicBezTo>
                <a:lnTo>
                  <a:pt x="56583" y="565827"/>
                </a:lnTo>
                <a:cubicBezTo>
                  <a:pt x="25333" y="565827"/>
                  <a:pt x="0" y="540494"/>
                  <a:pt x="0" y="509244"/>
                </a:cubicBezTo>
                <a:lnTo>
                  <a:pt x="0" y="56583"/>
                </a:lnTo>
                <a:close/>
              </a:path>
            </a:pathLst>
          </a:custGeom>
          <a:solidFill>
            <a:schemeClr val="accent5"/>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8145" tIns="18145" rIns="18145" bIns="18145" numCol="1" spcCol="1270" anchor="ctr" anchorCtr="0">
            <a:noAutofit/>
          </a:bodyPr>
          <a:lstStyle/>
          <a:p>
            <a:pPr algn="ctr" fontAlgn="base">
              <a:spcBef>
                <a:spcPct val="0"/>
              </a:spcBef>
              <a:spcAft>
                <a:spcPct val="0"/>
              </a:spcAft>
            </a:pPr>
            <a:r>
              <a:rPr lang="en-GB" sz="900" i="1" dirty="0">
                <a:solidFill>
                  <a:srgbClr val="000000"/>
                </a:solidFill>
                <a:latin typeface="Arial"/>
                <a:ea typeface="ＭＳ Ｐゴシック"/>
              </a:rPr>
              <a:t>Rule breaking seen as necessary evil</a:t>
            </a:r>
          </a:p>
        </p:txBody>
      </p:sp>
      <p:sp>
        <p:nvSpPr>
          <p:cNvPr id="38" name="Freeform: Shape 37">
            <a:extLst>
              <a:ext uri="{FF2B5EF4-FFF2-40B4-BE49-F238E27FC236}">
                <a16:creationId xmlns:a16="http://schemas.microsoft.com/office/drawing/2014/main" id="{054F79AD-0D57-4782-B122-04320BD96FAA}"/>
              </a:ext>
            </a:extLst>
          </p:cNvPr>
          <p:cNvSpPr/>
          <p:nvPr/>
        </p:nvSpPr>
        <p:spPr>
          <a:xfrm>
            <a:off x="6760440" y="5143339"/>
            <a:ext cx="2700000" cy="436504"/>
          </a:xfrm>
          <a:custGeom>
            <a:avLst/>
            <a:gdLst>
              <a:gd name="connsiteX0" fmla="*/ 0 w 2935616"/>
              <a:gd name="connsiteY0" fmla="*/ 56583 h 565827"/>
              <a:gd name="connsiteX1" fmla="*/ 56583 w 2935616"/>
              <a:gd name="connsiteY1" fmla="*/ 0 h 565827"/>
              <a:gd name="connsiteX2" fmla="*/ 2879033 w 2935616"/>
              <a:gd name="connsiteY2" fmla="*/ 0 h 565827"/>
              <a:gd name="connsiteX3" fmla="*/ 2935616 w 2935616"/>
              <a:gd name="connsiteY3" fmla="*/ 56583 h 565827"/>
              <a:gd name="connsiteX4" fmla="*/ 2935616 w 2935616"/>
              <a:gd name="connsiteY4" fmla="*/ 509244 h 565827"/>
              <a:gd name="connsiteX5" fmla="*/ 2879033 w 2935616"/>
              <a:gd name="connsiteY5" fmla="*/ 565827 h 565827"/>
              <a:gd name="connsiteX6" fmla="*/ 56583 w 2935616"/>
              <a:gd name="connsiteY6" fmla="*/ 565827 h 565827"/>
              <a:gd name="connsiteX7" fmla="*/ 0 w 2935616"/>
              <a:gd name="connsiteY7" fmla="*/ 509244 h 565827"/>
              <a:gd name="connsiteX8" fmla="*/ 0 w 2935616"/>
              <a:gd name="connsiteY8" fmla="*/ 56583 h 565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35616" h="565827">
                <a:moveTo>
                  <a:pt x="0" y="56583"/>
                </a:moveTo>
                <a:cubicBezTo>
                  <a:pt x="0" y="25333"/>
                  <a:pt x="25333" y="0"/>
                  <a:pt x="56583" y="0"/>
                </a:cubicBezTo>
                <a:lnTo>
                  <a:pt x="2879033" y="0"/>
                </a:lnTo>
                <a:cubicBezTo>
                  <a:pt x="2910283" y="0"/>
                  <a:pt x="2935616" y="25333"/>
                  <a:pt x="2935616" y="56583"/>
                </a:cubicBezTo>
                <a:lnTo>
                  <a:pt x="2935616" y="509244"/>
                </a:lnTo>
                <a:cubicBezTo>
                  <a:pt x="2935616" y="540494"/>
                  <a:pt x="2910283" y="565827"/>
                  <a:pt x="2879033" y="565827"/>
                </a:cubicBezTo>
                <a:lnTo>
                  <a:pt x="56583" y="565827"/>
                </a:lnTo>
                <a:cubicBezTo>
                  <a:pt x="25333" y="565827"/>
                  <a:pt x="0" y="540494"/>
                  <a:pt x="0" y="509244"/>
                </a:cubicBezTo>
                <a:lnTo>
                  <a:pt x="0" y="56583"/>
                </a:lnTo>
                <a:close/>
              </a:path>
            </a:pathLst>
          </a:custGeom>
          <a:solidFill>
            <a:schemeClr val="accent5"/>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8145" tIns="18145" rIns="18145" bIns="18145" numCol="1" spcCol="1270" anchor="ctr" anchorCtr="0">
            <a:noAutofit/>
          </a:bodyPr>
          <a:lstStyle/>
          <a:p>
            <a:pPr algn="ctr" fontAlgn="base">
              <a:spcBef>
                <a:spcPct val="0"/>
              </a:spcBef>
              <a:spcAft>
                <a:spcPct val="0"/>
              </a:spcAft>
            </a:pPr>
            <a:r>
              <a:rPr lang="en-GB" sz="900" i="1" dirty="0">
                <a:solidFill>
                  <a:srgbClr val="000000"/>
                </a:solidFill>
                <a:latin typeface="Arial"/>
                <a:ea typeface="ＭＳ Ｐゴシック"/>
              </a:rPr>
              <a:t>Conscious decision to violate</a:t>
            </a:r>
          </a:p>
        </p:txBody>
      </p:sp>
      <p:grpSp>
        <p:nvGrpSpPr>
          <p:cNvPr id="39" name="Group 38">
            <a:extLst>
              <a:ext uri="{FF2B5EF4-FFF2-40B4-BE49-F238E27FC236}">
                <a16:creationId xmlns:a16="http://schemas.microsoft.com/office/drawing/2014/main" id="{567E66D1-7F80-454D-9B98-C8B140A96E99}"/>
              </a:ext>
            </a:extLst>
          </p:cNvPr>
          <p:cNvGrpSpPr/>
          <p:nvPr/>
        </p:nvGrpSpPr>
        <p:grpSpPr>
          <a:xfrm>
            <a:off x="5205453" y="4550463"/>
            <a:ext cx="993662" cy="363135"/>
            <a:chOff x="1093016" y="660979"/>
            <a:chExt cx="768166" cy="368262"/>
          </a:xfrm>
        </p:grpSpPr>
        <p:sp>
          <p:nvSpPr>
            <p:cNvPr id="40" name="Rectangle: Rounded Corners 39">
              <a:extLst>
                <a:ext uri="{FF2B5EF4-FFF2-40B4-BE49-F238E27FC236}">
                  <a16:creationId xmlns:a16="http://schemas.microsoft.com/office/drawing/2014/main" id="{704C6BE3-34EC-493C-9953-7BFD755FAF84}"/>
                </a:ext>
              </a:extLst>
            </p:cNvPr>
            <p:cNvSpPr/>
            <p:nvPr/>
          </p:nvSpPr>
          <p:spPr>
            <a:xfrm>
              <a:off x="1093016" y="660979"/>
              <a:ext cx="768166" cy="368262"/>
            </a:xfrm>
            <a:prstGeom prst="roundRect">
              <a:avLst>
                <a:gd name="adj" fmla="val 10000"/>
              </a:avLst>
            </a:prstGeom>
            <a:solidFill>
              <a:srgbClr val="0079C1"/>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pPr fontAlgn="base">
                <a:spcBef>
                  <a:spcPct val="0"/>
                </a:spcBef>
                <a:spcAft>
                  <a:spcPct val="0"/>
                </a:spcAft>
              </a:pPr>
              <a:endParaRPr lang="en-GB" sz="900" b="1">
                <a:solidFill>
                  <a:srgbClr val="FFFFFF"/>
                </a:solidFill>
                <a:latin typeface="Arial"/>
                <a:ea typeface="ＭＳ Ｐゴシック"/>
              </a:endParaRPr>
            </a:p>
          </p:txBody>
        </p:sp>
        <p:sp>
          <p:nvSpPr>
            <p:cNvPr id="41" name="Rectangle: Rounded Corners 4">
              <a:extLst>
                <a:ext uri="{FF2B5EF4-FFF2-40B4-BE49-F238E27FC236}">
                  <a16:creationId xmlns:a16="http://schemas.microsoft.com/office/drawing/2014/main" id="{8B7FAF50-8890-4EEC-9639-F5401DEEFA0D}"/>
                </a:ext>
              </a:extLst>
            </p:cNvPr>
            <p:cNvSpPr txBox="1"/>
            <p:nvPr/>
          </p:nvSpPr>
          <p:spPr>
            <a:xfrm>
              <a:off x="1103802" y="671765"/>
              <a:ext cx="746594" cy="34669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715" tIns="5715" rIns="5715" bIns="5715" numCol="1" spcCol="1270" anchor="ctr" anchorCtr="0">
              <a:noAutofit/>
            </a:bodyPr>
            <a:lstStyle/>
            <a:p>
              <a:pPr algn="ctr" defTabSz="400050" fontAlgn="base">
                <a:lnSpc>
                  <a:spcPct val="90000"/>
                </a:lnSpc>
                <a:spcBef>
                  <a:spcPct val="0"/>
                </a:spcBef>
                <a:spcAft>
                  <a:spcPct val="35000"/>
                </a:spcAft>
              </a:pPr>
              <a:r>
                <a:rPr lang="en-GB" sz="900" dirty="0">
                  <a:solidFill>
                    <a:srgbClr val="FFFFFF"/>
                  </a:solidFill>
                  <a:latin typeface="Arial"/>
                  <a:ea typeface="ＭＳ Ｐゴシック"/>
                </a:rPr>
                <a:t>Situational</a:t>
              </a:r>
            </a:p>
          </p:txBody>
        </p:sp>
      </p:grpSp>
      <p:grpSp>
        <p:nvGrpSpPr>
          <p:cNvPr id="42" name="Group 41">
            <a:extLst>
              <a:ext uri="{FF2B5EF4-FFF2-40B4-BE49-F238E27FC236}">
                <a16:creationId xmlns:a16="http://schemas.microsoft.com/office/drawing/2014/main" id="{336F9213-D293-414D-8237-1723AF26EA55}"/>
              </a:ext>
            </a:extLst>
          </p:cNvPr>
          <p:cNvGrpSpPr/>
          <p:nvPr/>
        </p:nvGrpSpPr>
        <p:grpSpPr>
          <a:xfrm>
            <a:off x="5201639" y="5204959"/>
            <a:ext cx="993662" cy="412093"/>
            <a:chOff x="1093016" y="660979"/>
            <a:chExt cx="768166" cy="368262"/>
          </a:xfrm>
        </p:grpSpPr>
        <p:sp>
          <p:nvSpPr>
            <p:cNvPr id="43" name="Rectangle: Rounded Corners 42">
              <a:extLst>
                <a:ext uri="{FF2B5EF4-FFF2-40B4-BE49-F238E27FC236}">
                  <a16:creationId xmlns:a16="http://schemas.microsoft.com/office/drawing/2014/main" id="{39876963-B10B-4EDC-8CDF-0A238853F059}"/>
                </a:ext>
              </a:extLst>
            </p:cNvPr>
            <p:cNvSpPr/>
            <p:nvPr/>
          </p:nvSpPr>
          <p:spPr>
            <a:xfrm>
              <a:off x="1093016" y="660979"/>
              <a:ext cx="768166" cy="368262"/>
            </a:xfrm>
            <a:prstGeom prst="roundRect">
              <a:avLst>
                <a:gd name="adj" fmla="val 10000"/>
              </a:avLst>
            </a:prstGeom>
            <a:solidFill>
              <a:srgbClr val="0079C1"/>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pPr fontAlgn="base">
                <a:spcBef>
                  <a:spcPct val="0"/>
                </a:spcBef>
                <a:spcAft>
                  <a:spcPct val="0"/>
                </a:spcAft>
              </a:pPr>
              <a:endParaRPr lang="en-GB" sz="900" b="1">
                <a:solidFill>
                  <a:srgbClr val="FFFFFF"/>
                </a:solidFill>
                <a:latin typeface="Arial"/>
                <a:ea typeface="ＭＳ Ｐゴシック"/>
              </a:endParaRPr>
            </a:p>
          </p:txBody>
        </p:sp>
        <p:sp>
          <p:nvSpPr>
            <p:cNvPr id="44" name="Rectangle: Rounded Corners 4">
              <a:extLst>
                <a:ext uri="{FF2B5EF4-FFF2-40B4-BE49-F238E27FC236}">
                  <a16:creationId xmlns:a16="http://schemas.microsoft.com/office/drawing/2014/main" id="{F540201A-26B4-4C61-8499-69519E5AC96E}"/>
                </a:ext>
              </a:extLst>
            </p:cNvPr>
            <p:cNvSpPr txBox="1"/>
            <p:nvPr/>
          </p:nvSpPr>
          <p:spPr>
            <a:xfrm>
              <a:off x="1105782" y="682551"/>
              <a:ext cx="746594" cy="34669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715" tIns="5715" rIns="5715" bIns="5715" numCol="1" spcCol="1270" anchor="ctr" anchorCtr="0">
              <a:noAutofit/>
            </a:bodyPr>
            <a:lstStyle/>
            <a:p>
              <a:pPr algn="ctr" defTabSz="400050" fontAlgn="base">
                <a:lnSpc>
                  <a:spcPct val="90000"/>
                </a:lnSpc>
                <a:spcBef>
                  <a:spcPct val="0"/>
                </a:spcBef>
                <a:spcAft>
                  <a:spcPct val="35000"/>
                </a:spcAft>
              </a:pPr>
              <a:r>
                <a:rPr lang="en-GB" sz="900" dirty="0">
                  <a:solidFill>
                    <a:srgbClr val="FFFFFF"/>
                  </a:solidFill>
                  <a:latin typeface="Arial"/>
                  <a:ea typeface="ＭＳ Ｐゴシック"/>
                </a:rPr>
                <a:t>Exceptional</a:t>
              </a:r>
            </a:p>
          </p:txBody>
        </p:sp>
      </p:grpSp>
      <p:sp>
        <p:nvSpPr>
          <p:cNvPr id="48" name="Freeform: Shape 47">
            <a:extLst>
              <a:ext uri="{FF2B5EF4-FFF2-40B4-BE49-F238E27FC236}">
                <a16:creationId xmlns:a16="http://schemas.microsoft.com/office/drawing/2014/main" id="{E186A179-7BC0-4375-A019-4767275109D5}"/>
              </a:ext>
            </a:extLst>
          </p:cNvPr>
          <p:cNvSpPr/>
          <p:nvPr/>
        </p:nvSpPr>
        <p:spPr>
          <a:xfrm>
            <a:off x="6213578" y="3943556"/>
            <a:ext cx="530153" cy="454697"/>
          </a:xfrm>
          <a:custGeom>
            <a:avLst/>
            <a:gdLst>
              <a:gd name="connsiteX0" fmla="*/ 0 w 766017"/>
              <a:gd name="connsiteY0" fmla="*/ 20214 h 40429"/>
              <a:gd name="connsiteX1" fmla="*/ 766017 w 766017"/>
              <a:gd name="connsiteY1" fmla="*/ 20214 h 40429"/>
            </a:gdLst>
            <a:ahLst/>
            <a:cxnLst>
              <a:cxn ang="0">
                <a:pos x="connsiteX0" y="connsiteY0"/>
              </a:cxn>
              <a:cxn ang="0">
                <a:pos x="connsiteX1" y="connsiteY1"/>
              </a:cxn>
            </a:cxnLst>
            <a:rect l="l" t="t" r="r" b="b"/>
            <a:pathLst>
              <a:path w="766017" h="40429">
                <a:moveTo>
                  <a:pt x="0" y="20214"/>
                </a:moveTo>
                <a:lnTo>
                  <a:pt x="766017" y="20214"/>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282418" tIns="798" rIns="282419" bIns="798" numCol="1" spcCol="1270" anchor="ctr" anchorCtr="0">
            <a:noAutofit/>
          </a:bodyPr>
          <a:lstStyle/>
          <a:p>
            <a:pPr algn="ctr" defTabSz="166688" fontAlgn="base">
              <a:lnSpc>
                <a:spcPct val="90000"/>
              </a:lnSpc>
              <a:spcBef>
                <a:spcPct val="0"/>
              </a:spcBef>
              <a:spcAft>
                <a:spcPct val="35000"/>
              </a:spcAft>
            </a:pPr>
            <a:endParaRPr lang="en-GB" sz="375">
              <a:solidFill>
                <a:srgbClr val="000000">
                  <a:hueOff val="0"/>
                  <a:satOff val="0"/>
                  <a:lumOff val="0"/>
                  <a:alphaOff val="0"/>
                </a:srgbClr>
              </a:solidFill>
              <a:latin typeface="Arial"/>
              <a:ea typeface="ＭＳ Ｐゴシック"/>
            </a:endParaRPr>
          </a:p>
        </p:txBody>
      </p:sp>
      <p:sp>
        <p:nvSpPr>
          <p:cNvPr id="49" name="Freeform: Shape 48">
            <a:extLst>
              <a:ext uri="{FF2B5EF4-FFF2-40B4-BE49-F238E27FC236}">
                <a16:creationId xmlns:a16="http://schemas.microsoft.com/office/drawing/2014/main" id="{8C7202F2-8FAA-4B46-A028-2A865F6C9ABB}"/>
              </a:ext>
            </a:extLst>
          </p:cNvPr>
          <p:cNvSpPr/>
          <p:nvPr/>
        </p:nvSpPr>
        <p:spPr>
          <a:xfrm>
            <a:off x="6213577" y="4546512"/>
            <a:ext cx="528134" cy="454697"/>
          </a:xfrm>
          <a:custGeom>
            <a:avLst/>
            <a:gdLst>
              <a:gd name="connsiteX0" fmla="*/ 0 w 766017"/>
              <a:gd name="connsiteY0" fmla="*/ 20214 h 40429"/>
              <a:gd name="connsiteX1" fmla="*/ 766017 w 766017"/>
              <a:gd name="connsiteY1" fmla="*/ 20214 h 40429"/>
            </a:gdLst>
            <a:ahLst/>
            <a:cxnLst>
              <a:cxn ang="0">
                <a:pos x="connsiteX0" y="connsiteY0"/>
              </a:cxn>
              <a:cxn ang="0">
                <a:pos x="connsiteX1" y="connsiteY1"/>
              </a:cxn>
            </a:cxnLst>
            <a:rect l="l" t="t" r="r" b="b"/>
            <a:pathLst>
              <a:path w="766017" h="40429">
                <a:moveTo>
                  <a:pt x="0" y="20214"/>
                </a:moveTo>
                <a:lnTo>
                  <a:pt x="766017" y="20214"/>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282418" tIns="798" rIns="282419" bIns="798" numCol="1" spcCol="1270" anchor="ctr" anchorCtr="0">
            <a:noAutofit/>
          </a:bodyPr>
          <a:lstStyle/>
          <a:p>
            <a:pPr algn="ctr" defTabSz="166688" fontAlgn="base">
              <a:lnSpc>
                <a:spcPct val="90000"/>
              </a:lnSpc>
              <a:spcBef>
                <a:spcPct val="0"/>
              </a:spcBef>
              <a:spcAft>
                <a:spcPct val="35000"/>
              </a:spcAft>
            </a:pPr>
            <a:endParaRPr lang="en-GB" sz="375">
              <a:solidFill>
                <a:srgbClr val="000000">
                  <a:hueOff val="0"/>
                  <a:satOff val="0"/>
                  <a:lumOff val="0"/>
                  <a:alphaOff val="0"/>
                </a:srgbClr>
              </a:solidFill>
              <a:latin typeface="Arial"/>
              <a:ea typeface="ＭＳ Ｐゴシック"/>
            </a:endParaRPr>
          </a:p>
        </p:txBody>
      </p:sp>
      <p:sp>
        <p:nvSpPr>
          <p:cNvPr id="50" name="Freeform: Shape 49">
            <a:extLst>
              <a:ext uri="{FF2B5EF4-FFF2-40B4-BE49-F238E27FC236}">
                <a16:creationId xmlns:a16="http://schemas.microsoft.com/office/drawing/2014/main" id="{5E218C93-42DE-441A-94C9-18710B276AA7}"/>
              </a:ext>
            </a:extLst>
          </p:cNvPr>
          <p:cNvSpPr/>
          <p:nvPr/>
        </p:nvSpPr>
        <p:spPr>
          <a:xfrm rot="19285464" flipV="1">
            <a:off x="4761326" y="4247242"/>
            <a:ext cx="487188" cy="341381"/>
          </a:xfrm>
          <a:custGeom>
            <a:avLst/>
            <a:gdLst>
              <a:gd name="connsiteX0" fmla="*/ 0 w 403198"/>
              <a:gd name="connsiteY0" fmla="*/ 20214 h 40429"/>
              <a:gd name="connsiteX1" fmla="*/ 403198 w 403198"/>
              <a:gd name="connsiteY1" fmla="*/ 20214 h 40429"/>
            </a:gdLst>
            <a:ahLst/>
            <a:cxnLst>
              <a:cxn ang="0">
                <a:pos x="connsiteX0" y="connsiteY0"/>
              </a:cxn>
              <a:cxn ang="0">
                <a:pos x="connsiteX1" y="connsiteY1"/>
              </a:cxn>
            </a:cxnLst>
            <a:rect l="l" t="t" r="r" b="b"/>
            <a:pathLst>
              <a:path w="403198" h="40429">
                <a:moveTo>
                  <a:pt x="0" y="20214"/>
                </a:moveTo>
                <a:lnTo>
                  <a:pt x="403198" y="20214"/>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53164" tIns="7601" rIns="153165" bIns="7601" numCol="1" spcCol="1270" anchor="ctr" anchorCtr="0">
            <a:noAutofit/>
          </a:bodyPr>
          <a:lstStyle/>
          <a:p>
            <a:pPr algn="ctr" defTabSz="166688" fontAlgn="base">
              <a:lnSpc>
                <a:spcPct val="90000"/>
              </a:lnSpc>
              <a:spcBef>
                <a:spcPct val="0"/>
              </a:spcBef>
              <a:spcAft>
                <a:spcPct val="35000"/>
              </a:spcAft>
            </a:pPr>
            <a:endParaRPr lang="en-GB" sz="375">
              <a:solidFill>
                <a:srgbClr val="000000">
                  <a:hueOff val="0"/>
                  <a:satOff val="0"/>
                  <a:lumOff val="0"/>
                  <a:alphaOff val="0"/>
                </a:srgbClr>
              </a:solidFill>
              <a:latin typeface="Arial"/>
              <a:ea typeface="ＭＳ Ｐゴシック"/>
            </a:endParaRPr>
          </a:p>
        </p:txBody>
      </p:sp>
      <p:sp>
        <p:nvSpPr>
          <p:cNvPr id="51" name="Freeform: Shape 50">
            <a:extLst>
              <a:ext uri="{FF2B5EF4-FFF2-40B4-BE49-F238E27FC236}">
                <a16:creationId xmlns:a16="http://schemas.microsoft.com/office/drawing/2014/main" id="{8D5D608D-B86C-4332-BFF9-F99341E4089D}"/>
              </a:ext>
            </a:extLst>
          </p:cNvPr>
          <p:cNvSpPr/>
          <p:nvPr/>
        </p:nvSpPr>
        <p:spPr>
          <a:xfrm rot="21594756">
            <a:off x="4829077" y="4724504"/>
            <a:ext cx="364715" cy="31189"/>
          </a:xfrm>
          <a:custGeom>
            <a:avLst/>
            <a:gdLst>
              <a:gd name="connsiteX0" fmla="*/ 0 w 403198"/>
              <a:gd name="connsiteY0" fmla="*/ 20214 h 40429"/>
              <a:gd name="connsiteX1" fmla="*/ 403198 w 403198"/>
              <a:gd name="connsiteY1" fmla="*/ 20214 h 40429"/>
            </a:gdLst>
            <a:ahLst/>
            <a:cxnLst>
              <a:cxn ang="0">
                <a:pos x="connsiteX0" y="connsiteY0"/>
              </a:cxn>
              <a:cxn ang="0">
                <a:pos x="connsiteX1" y="connsiteY1"/>
              </a:cxn>
            </a:cxnLst>
            <a:rect l="l" t="t" r="r" b="b"/>
            <a:pathLst>
              <a:path w="403198" h="40429">
                <a:moveTo>
                  <a:pt x="0" y="20214"/>
                </a:moveTo>
                <a:lnTo>
                  <a:pt x="403198" y="20214"/>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53164" tIns="7601" rIns="153165" bIns="7601" numCol="1" spcCol="1270" anchor="ctr" anchorCtr="0">
            <a:noAutofit/>
          </a:bodyPr>
          <a:lstStyle/>
          <a:p>
            <a:pPr algn="ctr" defTabSz="166688" fontAlgn="base">
              <a:lnSpc>
                <a:spcPct val="90000"/>
              </a:lnSpc>
              <a:spcBef>
                <a:spcPct val="0"/>
              </a:spcBef>
              <a:spcAft>
                <a:spcPct val="35000"/>
              </a:spcAft>
            </a:pPr>
            <a:endParaRPr lang="en-GB" sz="375">
              <a:solidFill>
                <a:srgbClr val="000000">
                  <a:hueOff val="0"/>
                  <a:satOff val="0"/>
                  <a:lumOff val="0"/>
                  <a:alphaOff val="0"/>
                </a:srgbClr>
              </a:solidFill>
              <a:latin typeface="Arial"/>
              <a:ea typeface="ＭＳ Ｐゴシック"/>
            </a:endParaRPr>
          </a:p>
        </p:txBody>
      </p:sp>
      <p:grpSp>
        <p:nvGrpSpPr>
          <p:cNvPr id="52" name="Group 51">
            <a:extLst>
              <a:ext uri="{FF2B5EF4-FFF2-40B4-BE49-F238E27FC236}">
                <a16:creationId xmlns:a16="http://schemas.microsoft.com/office/drawing/2014/main" id="{5CAF53E6-C646-494F-8CEE-2A8A8748A50F}"/>
              </a:ext>
            </a:extLst>
          </p:cNvPr>
          <p:cNvGrpSpPr/>
          <p:nvPr/>
        </p:nvGrpSpPr>
        <p:grpSpPr>
          <a:xfrm>
            <a:off x="3760907" y="4527491"/>
            <a:ext cx="1029956" cy="425212"/>
            <a:chOff x="1093016" y="660979"/>
            <a:chExt cx="768166" cy="368262"/>
          </a:xfrm>
        </p:grpSpPr>
        <p:sp>
          <p:nvSpPr>
            <p:cNvPr id="53" name="Rectangle: Rounded Corners 52">
              <a:extLst>
                <a:ext uri="{FF2B5EF4-FFF2-40B4-BE49-F238E27FC236}">
                  <a16:creationId xmlns:a16="http://schemas.microsoft.com/office/drawing/2014/main" id="{CA683260-FC37-4041-9A7B-AF3BD923C635}"/>
                </a:ext>
              </a:extLst>
            </p:cNvPr>
            <p:cNvSpPr/>
            <p:nvPr/>
          </p:nvSpPr>
          <p:spPr>
            <a:xfrm>
              <a:off x="1093016" y="660979"/>
              <a:ext cx="768166" cy="368262"/>
            </a:xfrm>
            <a:prstGeom prst="roundRect">
              <a:avLst>
                <a:gd name="adj" fmla="val 10000"/>
              </a:avLst>
            </a:prstGeom>
            <a:solidFill>
              <a:srgbClr val="0079C1"/>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pPr fontAlgn="base">
                <a:spcBef>
                  <a:spcPct val="0"/>
                </a:spcBef>
                <a:spcAft>
                  <a:spcPct val="0"/>
                </a:spcAft>
              </a:pPr>
              <a:endParaRPr lang="en-GB" sz="900" b="1">
                <a:solidFill>
                  <a:srgbClr val="FFFFFF"/>
                </a:solidFill>
                <a:latin typeface="Arial"/>
                <a:ea typeface="ＭＳ Ｐゴシック"/>
              </a:endParaRPr>
            </a:p>
          </p:txBody>
        </p:sp>
        <p:sp>
          <p:nvSpPr>
            <p:cNvPr id="54" name="Rectangle: Rounded Corners 4">
              <a:extLst>
                <a:ext uri="{FF2B5EF4-FFF2-40B4-BE49-F238E27FC236}">
                  <a16:creationId xmlns:a16="http://schemas.microsoft.com/office/drawing/2014/main" id="{13CE25C8-9F22-46E1-9779-F391AD19C062}"/>
                </a:ext>
              </a:extLst>
            </p:cNvPr>
            <p:cNvSpPr txBox="1"/>
            <p:nvPr/>
          </p:nvSpPr>
          <p:spPr>
            <a:xfrm>
              <a:off x="1103802" y="671765"/>
              <a:ext cx="746594" cy="34669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715" tIns="5715" rIns="5715" bIns="5715" numCol="1" spcCol="1270" anchor="ctr" anchorCtr="0">
              <a:noAutofit/>
            </a:bodyPr>
            <a:lstStyle/>
            <a:p>
              <a:pPr algn="ctr" defTabSz="400050" fontAlgn="base">
                <a:lnSpc>
                  <a:spcPct val="90000"/>
                </a:lnSpc>
                <a:spcBef>
                  <a:spcPct val="0"/>
                </a:spcBef>
                <a:spcAft>
                  <a:spcPct val="35000"/>
                </a:spcAft>
              </a:pPr>
              <a:r>
                <a:rPr lang="en-GB" sz="900" dirty="0">
                  <a:solidFill>
                    <a:srgbClr val="FFFFFF"/>
                  </a:solidFill>
                  <a:latin typeface="Arial"/>
                  <a:ea typeface="ＭＳ Ｐゴシック"/>
                </a:rPr>
                <a:t>Violations</a:t>
              </a:r>
            </a:p>
          </p:txBody>
        </p:sp>
      </p:grpSp>
      <p:grpSp>
        <p:nvGrpSpPr>
          <p:cNvPr id="55" name="Group 54">
            <a:extLst>
              <a:ext uri="{FF2B5EF4-FFF2-40B4-BE49-F238E27FC236}">
                <a16:creationId xmlns:a16="http://schemas.microsoft.com/office/drawing/2014/main" id="{632B9FFB-CF2B-49FF-8CB0-76066A048CD3}"/>
              </a:ext>
            </a:extLst>
          </p:cNvPr>
          <p:cNvGrpSpPr/>
          <p:nvPr/>
        </p:nvGrpSpPr>
        <p:grpSpPr>
          <a:xfrm>
            <a:off x="5219915" y="4005100"/>
            <a:ext cx="993662" cy="363135"/>
            <a:chOff x="1093016" y="660979"/>
            <a:chExt cx="768166" cy="368262"/>
          </a:xfrm>
        </p:grpSpPr>
        <p:sp>
          <p:nvSpPr>
            <p:cNvPr id="56" name="Rectangle: Rounded Corners 55">
              <a:extLst>
                <a:ext uri="{FF2B5EF4-FFF2-40B4-BE49-F238E27FC236}">
                  <a16:creationId xmlns:a16="http://schemas.microsoft.com/office/drawing/2014/main" id="{B4E42CCD-9AE5-4948-B99B-AAA86F53B163}"/>
                </a:ext>
              </a:extLst>
            </p:cNvPr>
            <p:cNvSpPr/>
            <p:nvPr/>
          </p:nvSpPr>
          <p:spPr>
            <a:xfrm>
              <a:off x="1093016" y="660979"/>
              <a:ext cx="768166" cy="368262"/>
            </a:xfrm>
            <a:prstGeom prst="roundRect">
              <a:avLst>
                <a:gd name="adj" fmla="val 10000"/>
              </a:avLst>
            </a:prstGeom>
            <a:solidFill>
              <a:srgbClr val="0079C1"/>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pPr fontAlgn="base">
                <a:spcBef>
                  <a:spcPct val="0"/>
                </a:spcBef>
                <a:spcAft>
                  <a:spcPct val="0"/>
                </a:spcAft>
              </a:pPr>
              <a:endParaRPr lang="en-GB" sz="900" b="1">
                <a:solidFill>
                  <a:srgbClr val="FFFFFF"/>
                </a:solidFill>
                <a:latin typeface="Arial"/>
                <a:ea typeface="ＭＳ Ｐゴシック"/>
              </a:endParaRPr>
            </a:p>
          </p:txBody>
        </p:sp>
        <p:sp>
          <p:nvSpPr>
            <p:cNvPr id="57" name="Rectangle: Rounded Corners 4">
              <a:extLst>
                <a:ext uri="{FF2B5EF4-FFF2-40B4-BE49-F238E27FC236}">
                  <a16:creationId xmlns:a16="http://schemas.microsoft.com/office/drawing/2014/main" id="{1E7897A2-A4E6-4A44-AE24-B3EF77A2E328}"/>
                </a:ext>
              </a:extLst>
            </p:cNvPr>
            <p:cNvSpPr txBox="1"/>
            <p:nvPr/>
          </p:nvSpPr>
          <p:spPr>
            <a:xfrm>
              <a:off x="1093016" y="663056"/>
              <a:ext cx="746594" cy="34669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715" tIns="5715" rIns="5715" bIns="5715" numCol="1" spcCol="1270" anchor="ctr" anchorCtr="0">
              <a:noAutofit/>
            </a:bodyPr>
            <a:lstStyle/>
            <a:p>
              <a:pPr algn="ctr" defTabSz="400050" fontAlgn="base">
                <a:lnSpc>
                  <a:spcPct val="90000"/>
                </a:lnSpc>
                <a:spcBef>
                  <a:spcPct val="0"/>
                </a:spcBef>
                <a:spcAft>
                  <a:spcPct val="35000"/>
                </a:spcAft>
              </a:pPr>
              <a:r>
                <a:rPr lang="en-GB" sz="900" dirty="0">
                  <a:solidFill>
                    <a:srgbClr val="FFFFFF"/>
                  </a:solidFill>
                  <a:latin typeface="Arial"/>
                  <a:ea typeface="ＭＳ Ｐゴシック"/>
                </a:rPr>
                <a:t>Routine</a:t>
              </a:r>
            </a:p>
          </p:txBody>
        </p:sp>
      </p:grpSp>
      <p:sp>
        <p:nvSpPr>
          <p:cNvPr id="58" name="Freeform: Shape 57">
            <a:extLst>
              <a:ext uri="{FF2B5EF4-FFF2-40B4-BE49-F238E27FC236}">
                <a16:creationId xmlns:a16="http://schemas.microsoft.com/office/drawing/2014/main" id="{89F67D7B-B809-4000-B006-AC55FEDC05CD}"/>
              </a:ext>
            </a:extLst>
          </p:cNvPr>
          <p:cNvSpPr/>
          <p:nvPr/>
        </p:nvSpPr>
        <p:spPr>
          <a:xfrm rot="1808657">
            <a:off x="4745098" y="5030217"/>
            <a:ext cx="497482" cy="122654"/>
          </a:xfrm>
          <a:custGeom>
            <a:avLst/>
            <a:gdLst>
              <a:gd name="connsiteX0" fmla="*/ 0 w 403198"/>
              <a:gd name="connsiteY0" fmla="*/ 20214 h 40429"/>
              <a:gd name="connsiteX1" fmla="*/ 403198 w 403198"/>
              <a:gd name="connsiteY1" fmla="*/ 20214 h 40429"/>
            </a:gdLst>
            <a:ahLst/>
            <a:cxnLst>
              <a:cxn ang="0">
                <a:pos x="connsiteX0" y="connsiteY0"/>
              </a:cxn>
              <a:cxn ang="0">
                <a:pos x="connsiteX1" y="connsiteY1"/>
              </a:cxn>
            </a:cxnLst>
            <a:rect l="l" t="t" r="r" b="b"/>
            <a:pathLst>
              <a:path w="403198" h="40429">
                <a:moveTo>
                  <a:pt x="0" y="20214"/>
                </a:moveTo>
                <a:lnTo>
                  <a:pt x="403198" y="20214"/>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53164" tIns="7601" rIns="153165" bIns="7601" numCol="1" spcCol="1270" anchor="ctr" anchorCtr="0">
            <a:noAutofit/>
          </a:bodyPr>
          <a:lstStyle/>
          <a:p>
            <a:pPr algn="ctr" defTabSz="166688" fontAlgn="base">
              <a:lnSpc>
                <a:spcPct val="90000"/>
              </a:lnSpc>
              <a:spcBef>
                <a:spcPct val="0"/>
              </a:spcBef>
              <a:spcAft>
                <a:spcPct val="35000"/>
              </a:spcAft>
            </a:pPr>
            <a:endParaRPr lang="en-GB" sz="375">
              <a:solidFill>
                <a:srgbClr val="000000">
                  <a:hueOff val="0"/>
                  <a:satOff val="0"/>
                  <a:lumOff val="0"/>
                  <a:alphaOff val="0"/>
                </a:srgbClr>
              </a:solidFill>
              <a:latin typeface="Arial"/>
              <a:ea typeface="ＭＳ Ｐゴシック"/>
            </a:endParaRPr>
          </a:p>
        </p:txBody>
      </p:sp>
    </p:spTree>
    <p:custDataLst>
      <p:tags r:id="rId1"/>
    </p:custDataLst>
    <p:extLst>
      <p:ext uri="{BB962C8B-B14F-4D97-AF65-F5344CB8AC3E}">
        <p14:creationId xmlns:p14="http://schemas.microsoft.com/office/powerpoint/2010/main" val="2534876289"/>
      </p:ext>
    </p:extLst>
  </p:cSld>
  <p:clrMapOvr>
    <a:masterClrMapping/>
  </p:clrMapOvr>
  <mc:AlternateContent xmlns:mc="http://schemas.openxmlformats.org/markup-compatibility/2006">
    <mc:Choice xmlns:p14="http://schemas.microsoft.com/office/powerpoint/2010/main" Requires="p14">
      <p:transition spd="med" p14:dur="700" advClick="0" advTm="204214">
        <p:fade/>
      </p:transition>
    </mc:Choice>
    <mc:Fallback>
      <p:transition spd="med" advClick="0" advTm="204214">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1"/>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58"/>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4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6" grpId="0" animBg="1"/>
      <p:bldP spid="17" grpId="0" animBg="1"/>
      <p:bldP spid="20" grpId="0" animBg="1"/>
      <p:bldP spid="21" grpId="0" animBg="1"/>
      <p:bldP spid="23" grpId="0" animBg="1"/>
      <p:bldP spid="24" grpId="0" animBg="1"/>
      <p:bldP spid="26" grpId="0" animBg="1"/>
      <p:bldP spid="27" grpId="0" animBg="1"/>
      <p:bldP spid="10" grpId="0"/>
      <p:bldP spid="36" grpId="0" animBg="1"/>
      <p:bldP spid="37" grpId="0" animBg="1"/>
      <p:bldP spid="38" grpId="0" animBg="1"/>
      <p:bldP spid="48" grpId="0" animBg="1"/>
      <p:bldP spid="49" grpId="0" animBg="1"/>
      <p:bldP spid="50" grpId="0" animBg="1"/>
      <p:bldP spid="51" grpId="0" animBg="1"/>
      <p:bldP spid="5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409DD-5853-44AB-900B-05931799ADC1}"/>
              </a:ext>
            </a:extLst>
          </p:cNvPr>
          <p:cNvSpPr>
            <a:spLocks noGrp="1"/>
          </p:cNvSpPr>
          <p:nvPr>
            <p:ph type="title"/>
          </p:nvPr>
        </p:nvSpPr>
        <p:spPr/>
        <p:txBody>
          <a:bodyPr/>
          <a:lstStyle/>
          <a:p>
            <a:r>
              <a:rPr lang="en-GB" dirty="0">
                <a:latin typeface="Roboto Medium" panose="02000000000000000000" pitchFamily="2" charset="0"/>
                <a:ea typeface="Roboto Medium" panose="02000000000000000000" pitchFamily="2" charset="0"/>
              </a:rPr>
              <a:t>Human error and accident causation</a:t>
            </a:r>
            <a:endParaRPr lang="en-GB" dirty="0">
              <a:highlight>
                <a:srgbClr val="FFFF00"/>
              </a:highlight>
              <a:latin typeface="Roboto Medium" panose="02000000000000000000" pitchFamily="2" charset="0"/>
              <a:ea typeface="Roboto Medium" panose="02000000000000000000" pitchFamily="2" charset="0"/>
            </a:endParaRPr>
          </a:p>
        </p:txBody>
      </p:sp>
      <p:sp>
        <p:nvSpPr>
          <p:cNvPr id="3" name="Content Placeholder 2">
            <a:extLst>
              <a:ext uri="{FF2B5EF4-FFF2-40B4-BE49-F238E27FC236}">
                <a16:creationId xmlns:a16="http://schemas.microsoft.com/office/drawing/2014/main" id="{E1644012-C6EA-4B52-9547-4AA10218CB50}"/>
              </a:ext>
            </a:extLst>
          </p:cNvPr>
          <p:cNvSpPr>
            <a:spLocks noGrp="1"/>
          </p:cNvSpPr>
          <p:nvPr>
            <p:ph idx="1"/>
          </p:nvPr>
        </p:nvSpPr>
        <p:spPr/>
        <p:txBody>
          <a:bodyPr/>
          <a:lstStyle/>
          <a:p>
            <a:r>
              <a:rPr lang="en-GB" dirty="0"/>
              <a:t>Errors are not limited to incidents and accidents</a:t>
            </a:r>
          </a:p>
          <a:p>
            <a:pPr lvl="0"/>
            <a:r>
              <a:rPr lang="en-GB" dirty="0"/>
              <a:t>University of Texas LOSA studies: </a:t>
            </a:r>
            <a:endParaRPr lang="en-CA" dirty="0"/>
          </a:p>
          <a:p>
            <a:pPr lvl="1"/>
            <a:r>
              <a:rPr lang="en-CA" dirty="0"/>
              <a:t>Errors and violations:</a:t>
            </a:r>
          </a:p>
          <a:p>
            <a:pPr lvl="2"/>
            <a:r>
              <a:rPr lang="en-GB" dirty="0"/>
              <a:t>60% of the flights at least one error or violation</a:t>
            </a:r>
            <a:endParaRPr lang="en-CA" dirty="0"/>
          </a:p>
          <a:p>
            <a:pPr lvl="2"/>
            <a:r>
              <a:rPr lang="en-GB" dirty="0"/>
              <a:t>25% of those errors and violations had consequences</a:t>
            </a:r>
            <a:endParaRPr lang="en-CA" dirty="0"/>
          </a:p>
          <a:p>
            <a:pPr lvl="1"/>
            <a:r>
              <a:rPr lang="en-GB" dirty="0"/>
              <a:t>Errors:</a:t>
            </a:r>
            <a:endParaRPr lang="en-CA" dirty="0"/>
          </a:p>
          <a:p>
            <a:pPr lvl="2"/>
            <a:r>
              <a:rPr lang="en-GB" dirty="0"/>
              <a:t>~ 33% were detected &amp; corrected</a:t>
            </a:r>
            <a:endParaRPr lang="en-CA" dirty="0"/>
          </a:p>
          <a:p>
            <a:pPr lvl="2"/>
            <a:r>
              <a:rPr lang="en-GB" dirty="0"/>
              <a:t>~ 4% detected but made worse</a:t>
            </a:r>
          </a:p>
          <a:p>
            <a:pPr lvl="2"/>
            <a:r>
              <a:rPr lang="en-GB" b="1" dirty="0"/>
              <a:t>~ 60% of errors went undetected</a:t>
            </a:r>
          </a:p>
          <a:p>
            <a:r>
              <a:rPr lang="en-GB" dirty="0"/>
              <a:t>Human error is all around us... this is why TEM is so important!</a:t>
            </a:r>
          </a:p>
        </p:txBody>
      </p:sp>
    </p:spTree>
    <p:custDataLst>
      <p:tags r:id="rId1"/>
    </p:custDataLst>
    <p:extLst>
      <p:ext uri="{BB962C8B-B14F-4D97-AF65-F5344CB8AC3E}">
        <p14:creationId xmlns:p14="http://schemas.microsoft.com/office/powerpoint/2010/main" val="4021091786"/>
      </p:ext>
    </p:extLst>
  </p:cSld>
  <p:clrMapOvr>
    <a:masterClrMapping/>
  </p:clrMapOvr>
  <mc:AlternateContent xmlns:mc="http://schemas.openxmlformats.org/markup-compatibility/2006">
    <mc:Choice xmlns:p14="http://schemas.microsoft.com/office/powerpoint/2010/main" Requires="p14">
      <p:transition spd="med" p14:dur="700" advClick="0" advTm="57011">
        <p:fade/>
      </p:transition>
    </mc:Choice>
    <mc:Fallback>
      <p:transition spd="med" advClick="0" advTm="57011">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565717" y="870377"/>
            <a:ext cx="6069806" cy="415498"/>
          </a:xfrm>
        </p:spPr>
        <p:txBody>
          <a:bodyPr>
            <a:noAutofit/>
          </a:bodyPr>
          <a:lstStyle/>
          <a:p>
            <a:r>
              <a:rPr lang="en-US" dirty="0">
                <a:latin typeface="Roboto Medium" panose="02000000000000000000" pitchFamily="2" charset="0"/>
                <a:ea typeface="Roboto Medium" panose="02000000000000000000" pitchFamily="2" charset="0"/>
              </a:rPr>
              <a:t>Error </a:t>
            </a:r>
            <a:r>
              <a:rPr lang="en-GB" dirty="0">
                <a:latin typeface="Roboto Medium" panose="02000000000000000000" pitchFamily="2" charset="0"/>
                <a:ea typeface="Roboto Medium" panose="02000000000000000000" pitchFamily="2" charset="0"/>
              </a:rPr>
              <a:t>causes and consequences</a:t>
            </a:r>
          </a:p>
        </p:txBody>
      </p:sp>
      <p:pic>
        <p:nvPicPr>
          <p:cNvPr id="8" name="Content Placeholder 7" descr="consequences.png"/>
          <p:cNvPicPr>
            <a:picLocks noGrp="1" noChangeAspect="1"/>
          </p:cNvPicPr>
          <p:nvPr>
            <p:ph sz="half" idx="1"/>
          </p:nvPr>
        </p:nvPicPr>
        <p:blipFill>
          <a:blip r:embed="rId4"/>
          <a:stretch>
            <a:fillRect/>
          </a:stretch>
        </p:blipFill>
        <p:spPr>
          <a:xfrm>
            <a:off x="3498520" y="2080909"/>
            <a:ext cx="1945626" cy="3481980"/>
          </a:xfrm>
        </p:spPr>
      </p:pic>
      <p:pic>
        <p:nvPicPr>
          <p:cNvPr id="9" name="Content Placeholder 8" descr="consequences1.png"/>
          <p:cNvPicPr>
            <a:picLocks noGrp="1" noChangeAspect="1"/>
          </p:cNvPicPr>
          <p:nvPr>
            <p:ph sz="half" idx="2"/>
          </p:nvPr>
        </p:nvPicPr>
        <p:blipFill>
          <a:blip r:embed="rId5"/>
          <a:stretch>
            <a:fillRect/>
          </a:stretch>
        </p:blipFill>
        <p:spPr>
          <a:xfrm>
            <a:off x="7635523" y="1962439"/>
            <a:ext cx="1863749" cy="3486150"/>
          </a:xfrm>
        </p:spPr>
      </p:pic>
      <p:sp>
        <p:nvSpPr>
          <p:cNvPr id="10" name="TextBox 9"/>
          <p:cNvSpPr txBox="1"/>
          <p:nvPr/>
        </p:nvSpPr>
        <p:spPr>
          <a:xfrm>
            <a:off x="5813096" y="3248316"/>
            <a:ext cx="1457325" cy="1015663"/>
          </a:xfrm>
          <a:prstGeom prst="rect">
            <a:avLst/>
          </a:prstGeom>
          <a:noFill/>
        </p:spPr>
        <p:txBody>
          <a:bodyPr wrap="square" rtlCol="0">
            <a:spAutoFit/>
          </a:bodyPr>
          <a:lstStyle/>
          <a:p>
            <a:pPr algn="ctr" fontAlgn="base">
              <a:spcBef>
                <a:spcPct val="0"/>
              </a:spcBef>
              <a:spcAft>
                <a:spcPct val="0"/>
              </a:spcAft>
            </a:pPr>
            <a:r>
              <a:rPr lang="en-GB" sz="1200" b="1" dirty="0">
                <a:solidFill>
                  <a:schemeClr val="tx2"/>
                </a:solidFill>
                <a:latin typeface="Roboto Medium" panose="02000000000000000000" pitchFamily="2" charset="0"/>
                <a:ea typeface="Roboto Medium" panose="02000000000000000000" pitchFamily="2" charset="0"/>
              </a:rPr>
              <a:t>The causes and consequences of operational errors are not linear in their magnitude</a:t>
            </a:r>
          </a:p>
        </p:txBody>
      </p:sp>
    </p:spTree>
    <p:custDataLst>
      <p:tags r:id="rId1"/>
    </p:custDataLst>
    <p:extLst>
      <p:ext uri="{BB962C8B-B14F-4D97-AF65-F5344CB8AC3E}">
        <p14:creationId xmlns:p14="http://schemas.microsoft.com/office/powerpoint/2010/main" val="91008681"/>
      </p:ext>
    </p:extLst>
  </p:cSld>
  <p:clrMapOvr>
    <a:masterClrMapping/>
  </p:clrMapOvr>
  <mc:AlternateContent xmlns:mc="http://schemas.openxmlformats.org/markup-compatibility/2006">
    <mc:Choice xmlns:p14="http://schemas.microsoft.com/office/powerpoint/2010/main" Requires="p14">
      <p:transition spd="med" p14:dur="700" advClick="0" advTm="20543">
        <p:fade/>
      </p:transition>
    </mc:Choice>
    <mc:Fallback>
      <p:transition spd="med" advClick="0" advTm="20543">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50D59-EC4D-4B13-A445-71196DFEE7F4}"/>
              </a:ext>
            </a:extLst>
          </p:cNvPr>
          <p:cNvSpPr>
            <a:spLocks noGrp="1"/>
          </p:cNvSpPr>
          <p:nvPr>
            <p:ph type="title"/>
          </p:nvPr>
        </p:nvSpPr>
        <p:spPr/>
        <p:txBody>
          <a:bodyPr/>
          <a:lstStyle/>
          <a:p>
            <a:r>
              <a:rPr lang="en-GB" dirty="0">
                <a:latin typeface="Roboto Medium" panose="02000000000000000000" pitchFamily="2" charset="0"/>
                <a:ea typeface="Roboto Medium" panose="02000000000000000000" pitchFamily="2" charset="0"/>
              </a:rPr>
              <a:t>Error consequences depend on context</a:t>
            </a:r>
          </a:p>
        </p:txBody>
      </p:sp>
      <p:sp>
        <p:nvSpPr>
          <p:cNvPr id="3" name="Content Placeholder 2">
            <a:extLst>
              <a:ext uri="{FF2B5EF4-FFF2-40B4-BE49-F238E27FC236}">
                <a16:creationId xmlns:a16="http://schemas.microsoft.com/office/drawing/2014/main" id="{FC5C174D-02CA-46B4-BF38-E5CB9F9EE582}"/>
              </a:ext>
            </a:extLst>
          </p:cNvPr>
          <p:cNvSpPr>
            <a:spLocks noGrp="1"/>
          </p:cNvSpPr>
          <p:nvPr>
            <p:ph idx="1"/>
          </p:nvPr>
        </p:nvSpPr>
        <p:spPr/>
        <p:txBody>
          <a:bodyPr/>
          <a:lstStyle/>
          <a:p>
            <a:pPr>
              <a:lnSpc>
                <a:spcPct val="100000"/>
              </a:lnSpc>
            </a:pPr>
            <a:r>
              <a:rPr lang="en-GB" dirty="0"/>
              <a:t>The same error can have completely different consequences, depending on the factors involved</a:t>
            </a:r>
          </a:p>
          <a:p>
            <a:pPr>
              <a:lnSpc>
                <a:spcPct val="100000"/>
              </a:lnSpc>
            </a:pPr>
            <a:r>
              <a:rPr lang="en-GB" dirty="0" err="1"/>
              <a:t>Eg.</a:t>
            </a:r>
            <a:r>
              <a:rPr lang="en-GB" dirty="0"/>
              <a:t> Error (lapse) - Setting the flaps correctly for take-off is forgotten. Factors influencing the consequences:</a:t>
            </a:r>
          </a:p>
          <a:p>
            <a:pPr lvl="1">
              <a:lnSpc>
                <a:spcPct val="100000"/>
              </a:lnSpc>
            </a:pPr>
            <a:r>
              <a:rPr lang="en-GB" dirty="0"/>
              <a:t>Aircraft type and performance  -  Actual take-off weight  -  Runway length  -  obstructions ahead  -  Take-off configuration warning  (</a:t>
            </a:r>
            <a:r>
              <a:rPr lang="en-GB" dirty="0" err="1"/>
              <a:t>Spanair</a:t>
            </a:r>
            <a:r>
              <a:rPr lang="en-GB" dirty="0"/>
              <a:t> Flight 5022)</a:t>
            </a:r>
          </a:p>
          <a:p>
            <a:endParaRPr lang="en-GB" dirty="0"/>
          </a:p>
        </p:txBody>
      </p:sp>
      <p:pic>
        <p:nvPicPr>
          <p:cNvPr id="5" name="Picture 4" descr="A picture containing tree, outdoor, sky, building&#10;&#10;Description generated with very high confidence">
            <a:extLst>
              <a:ext uri="{FF2B5EF4-FFF2-40B4-BE49-F238E27FC236}">
                <a16:creationId xmlns:a16="http://schemas.microsoft.com/office/drawing/2014/main" id="{DF526D7D-9925-48CC-B40F-00EF1BA0CFED}"/>
              </a:ext>
            </a:extLst>
          </p:cNvPr>
          <p:cNvPicPr>
            <a:picLocks noChangeAspect="1"/>
          </p:cNvPicPr>
          <p:nvPr/>
        </p:nvPicPr>
        <p:blipFill rotWithShape="1">
          <a:blip r:embed="rId4"/>
          <a:srcRect r="15559"/>
          <a:stretch/>
        </p:blipFill>
        <p:spPr>
          <a:xfrm>
            <a:off x="7790359" y="4354142"/>
            <a:ext cx="2007919" cy="1340276"/>
          </a:xfrm>
          <a:prstGeom prst="rect">
            <a:avLst/>
          </a:prstGeom>
          <a:ln>
            <a:noFill/>
          </a:ln>
          <a:effectLst>
            <a:outerShdw blurRad="292100" dist="139700" dir="2700000" algn="tl" rotWithShape="0">
              <a:srgbClr val="333333">
                <a:alpha val="65000"/>
              </a:srgbClr>
            </a:outerShdw>
          </a:effectLst>
        </p:spPr>
      </p:pic>
      <p:pic>
        <p:nvPicPr>
          <p:cNvPr id="7" name="Picture 6" descr="A picture containing sky, outdoor, tree, transport&#10;&#10;Description generated with very high confidence">
            <a:extLst>
              <a:ext uri="{FF2B5EF4-FFF2-40B4-BE49-F238E27FC236}">
                <a16:creationId xmlns:a16="http://schemas.microsoft.com/office/drawing/2014/main" id="{84BA0DD8-F2F8-4696-87EB-B4DE3CEC79E8}"/>
              </a:ext>
            </a:extLst>
          </p:cNvPr>
          <p:cNvPicPr>
            <a:picLocks noChangeAspect="1"/>
          </p:cNvPicPr>
          <p:nvPr/>
        </p:nvPicPr>
        <p:blipFill rotWithShape="1">
          <a:blip r:embed="rId5"/>
          <a:srcRect l="30026"/>
          <a:stretch/>
        </p:blipFill>
        <p:spPr>
          <a:xfrm>
            <a:off x="5511471" y="4354144"/>
            <a:ext cx="2090066" cy="1343089"/>
          </a:xfrm>
          <a:prstGeom prst="rect">
            <a:avLst/>
          </a:prstGeom>
          <a:ln>
            <a:noFill/>
          </a:ln>
          <a:effectLst>
            <a:outerShdw blurRad="292100" dist="139700" dir="2700000" algn="tl" rotWithShape="0">
              <a:srgbClr val="333333">
                <a:alpha val="65000"/>
              </a:srgbClr>
            </a:outerShdw>
          </a:effectLst>
        </p:spPr>
      </p:pic>
      <p:pic>
        <p:nvPicPr>
          <p:cNvPr id="9" name="Picture 8" descr="A airplane that is sitting on a runway at an airport&#10;&#10;Description generated with very high confidence">
            <a:extLst>
              <a:ext uri="{FF2B5EF4-FFF2-40B4-BE49-F238E27FC236}">
                <a16:creationId xmlns:a16="http://schemas.microsoft.com/office/drawing/2014/main" id="{3FC90D14-D20A-4554-9D3A-09E2BA60D824}"/>
              </a:ext>
            </a:extLst>
          </p:cNvPr>
          <p:cNvPicPr>
            <a:picLocks noChangeAspect="1"/>
          </p:cNvPicPr>
          <p:nvPr/>
        </p:nvPicPr>
        <p:blipFill>
          <a:blip r:embed="rId6"/>
          <a:stretch>
            <a:fillRect/>
          </a:stretch>
        </p:blipFill>
        <p:spPr>
          <a:xfrm>
            <a:off x="3292955" y="4354144"/>
            <a:ext cx="2015868" cy="1367431"/>
          </a:xfrm>
          <a:prstGeom prst="rect">
            <a:avLst/>
          </a:prstGeom>
          <a:ln>
            <a:noFill/>
          </a:ln>
          <a:effectLst>
            <a:outerShdw blurRad="292100" dist="139700" dir="2700000" algn="tl" rotWithShape="0">
              <a:srgbClr val="333333">
                <a:alpha val="65000"/>
              </a:srgbClr>
            </a:outerShdw>
          </a:effectLst>
        </p:spPr>
      </p:pic>
    </p:spTree>
    <p:custDataLst>
      <p:tags r:id="rId1"/>
    </p:custDataLst>
    <p:extLst>
      <p:ext uri="{BB962C8B-B14F-4D97-AF65-F5344CB8AC3E}">
        <p14:creationId xmlns:p14="http://schemas.microsoft.com/office/powerpoint/2010/main" val="2315292137"/>
      </p:ext>
    </p:extLst>
  </p:cSld>
  <p:clrMapOvr>
    <a:masterClrMapping/>
  </p:clrMapOvr>
  <mc:AlternateContent xmlns:mc="http://schemas.openxmlformats.org/markup-compatibility/2006">
    <mc:Choice xmlns:p14="http://schemas.microsoft.com/office/powerpoint/2010/main" Requires="p14">
      <p:transition spd="med" p14:dur="700" advClick="0" advTm="66311">
        <p:fade/>
      </p:transition>
    </mc:Choice>
    <mc:Fallback>
      <p:transition spd="med" advClick="0" advTm="66311">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152943-1D44-45FE-B103-3F944E54C0E0}"/>
              </a:ext>
            </a:extLst>
          </p:cNvPr>
          <p:cNvSpPr>
            <a:spLocks noGrp="1"/>
          </p:cNvSpPr>
          <p:nvPr>
            <p:ph idx="1"/>
          </p:nvPr>
        </p:nvSpPr>
        <p:spPr>
          <a:xfrm>
            <a:off x="1545989" y="1471468"/>
            <a:ext cx="4848755" cy="3486150"/>
          </a:xfrm>
        </p:spPr>
        <p:txBody>
          <a:bodyPr>
            <a:normAutofit fontScale="85000" lnSpcReduction="20000"/>
          </a:bodyPr>
          <a:lstStyle/>
          <a:p>
            <a:pPr>
              <a:lnSpc>
                <a:spcPct val="110000"/>
              </a:lnSpc>
            </a:pPr>
            <a:r>
              <a:rPr lang="en-GB" dirty="0"/>
              <a:t>Very few incidents are caused by a single error</a:t>
            </a:r>
          </a:p>
          <a:p>
            <a:pPr>
              <a:lnSpc>
                <a:spcPct val="110000"/>
              </a:lnSpc>
            </a:pPr>
            <a:r>
              <a:rPr lang="en-GB" dirty="0"/>
              <a:t>In most cases, multiple “links” in the error chain</a:t>
            </a:r>
          </a:p>
          <a:p>
            <a:pPr>
              <a:lnSpc>
                <a:spcPct val="110000"/>
              </a:lnSpc>
            </a:pPr>
            <a:r>
              <a:rPr lang="en-GB" dirty="0"/>
              <a:t>Some links may be present for years - latent failures</a:t>
            </a:r>
          </a:p>
          <a:p>
            <a:pPr>
              <a:lnSpc>
                <a:spcPct val="110000"/>
              </a:lnSpc>
            </a:pPr>
            <a:r>
              <a:rPr lang="en-GB" dirty="0"/>
              <a:t>Other links are more immediate - active failures</a:t>
            </a:r>
          </a:p>
          <a:p>
            <a:pPr>
              <a:lnSpc>
                <a:spcPct val="110000"/>
              </a:lnSpc>
            </a:pPr>
            <a:r>
              <a:rPr lang="en-GB" dirty="0"/>
              <a:t>If any link is broken, it may prevent an incident.</a:t>
            </a:r>
          </a:p>
          <a:p>
            <a:endParaRPr lang="en-GB" dirty="0"/>
          </a:p>
        </p:txBody>
      </p:sp>
      <p:sp>
        <p:nvSpPr>
          <p:cNvPr id="2" name="Title 1">
            <a:extLst>
              <a:ext uri="{FF2B5EF4-FFF2-40B4-BE49-F238E27FC236}">
                <a16:creationId xmlns:a16="http://schemas.microsoft.com/office/drawing/2014/main" id="{3EAEC856-8511-4F49-8F52-398B035FBE14}"/>
              </a:ext>
            </a:extLst>
          </p:cNvPr>
          <p:cNvSpPr>
            <a:spLocks noGrp="1"/>
          </p:cNvSpPr>
          <p:nvPr>
            <p:ph type="title"/>
          </p:nvPr>
        </p:nvSpPr>
        <p:spPr/>
        <p:txBody>
          <a:bodyPr/>
          <a:lstStyle/>
          <a:p>
            <a:r>
              <a:rPr lang="en-GB" dirty="0">
                <a:latin typeface="Roboto Medium" panose="02000000000000000000" pitchFamily="2" charset="0"/>
                <a:ea typeface="Roboto Medium" panose="02000000000000000000" pitchFamily="2" charset="0"/>
              </a:rPr>
              <a:t>The error chain</a:t>
            </a:r>
          </a:p>
        </p:txBody>
      </p:sp>
      <p:pic>
        <p:nvPicPr>
          <p:cNvPr id="13" name="Picture 12" descr="A chain breaking into a chain&#10;&#10;AI-generated content may be incorrect.">
            <a:extLst>
              <a:ext uri="{FF2B5EF4-FFF2-40B4-BE49-F238E27FC236}">
                <a16:creationId xmlns:a16="http://schemas.microsoft.com/office/drawing/2014/main" id="{0857C925-2EDE-B0BF-68B7-02435B9B698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00974" y="1556543"/>
            <a:ext cx="5843390" cy="3941968"/>
          </a:xfrm>
          <a:prstGeom prst="rect">
            <a:avLst/>
          </a:prstGeom>
        </p:spPr>
      </p:pic>
    </p:spTree>
    <p:custDataLst>
      <p:tags r:id="rId1"/>
    </p:custDataLst>
    <p:extLst>
      <p:ext uri="{BB962C8B-B14F-4D97-AF65-F5344CB8AC3E}">
        <p14:creationId xmlns:p14="http://schemas.microsoft.com/office/powerpoint/2010/main" val="1282133077"/>
      </p:ext>
    </p:extLst>
  </p:cSld>
  <p:clrMapOvr>
    <a:masterClrMapping/>
  </p:clrMapOvr>
  <mc:AlternateContent xmlns:mc="http://schemas.openxmlformats.org/markup-compatibility/2006">
    <mc:Choice xmlns:p14="http://schemas.microsoft.com/office/powerpoint/2010/main" Requires="p14">
      <p:transition spd="med" p14:dur="700" advClick="0" advTm="105462">
        <p:fade/>
      </p:transition>
    </mc:Choice>
    <mc:Fallback>
      <p:transition spd="med" advClick="0" advTm="105462">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p:cNvSpPr>
            <a:spLocks noGrp="1" noChangeArrowheads="1"/>
          </p:cNvSpPr>
          <p:nvPr>
            <p:ph type="title"/>
          </p:nvPr>
        </p:nvSpPr>
        <p:spPr/>
        <p:txBody>
          <a:bodyPr/>
          <a:lstStyle/>
          <a:p>
            <a:r>
              <a:rPr lang="en-GB" altLang="en-US" dirty="0">
                <a:latin typeface="Roboto Medium" panose="02000000000000000000" pitchFamily="2" charset="0"/>
                <a:ea typeface="Roboto Medium" panose="02000000000000000000" pitchFamily="2" charset="0"/>
              </a:rPr>
              <a:t>Managing error</a:t>
            </a:r>
            <a:endParaRPr lang="en-GB" altLang="en-US" dirty="0">
              <a:highlight>
                <a:srgbClr val="FFFF00"/>
              </a:highlight>
              <a:latin typeface="Roboto Medium" panose="02000000000000000000" pitchFamily="2" charset="0"/>
              <a:ea typeface="Roboto Medium" panose="02000000000000000000" pitchFamily="2" charset="0"/>
            </a:endParaRPr>
          </a:p>
        </p:txBody>
      </p:sp>
      <p:sp>
        <p:nvSpPr>
          <p:cNvPr id="61443" name="Content Placeholder 2"/>
          <p:cNvSpPr>
            <a:spLocks noGrp="1" noChangeArrowheads="1"/>
          </p:cNvSpPr>
          <p:nvPr>
            <p:ph idx="1"/>
          </p:nvPr>
        </p:nvSpPr>
        <p:spPr/>
        <p:txBody>
          <a:bodyPr/>
          <a:lstStyle/>
          <a:p>
            <a:r>
              <a:rPr lang="en-GB" altLang="en-US" dirty="0"/>
              <a:t>Understand the nature and extent of the error or risk</a:t>
            </a:r>
          </a:p>
          <a:p>
            <a:r>
              <a:rPr lang="en-GB" altLang="en-US" dirty="0"/>
              <a:t>Change the conditions that induce the error</a:t>
            </a:r>
          </a:p>
          <a:p>
            <a:r>
              <a:rPr lang="en-GB" altLang="en-US" dirty="0"/>
              <a:t>Determine the behaviours that prevent or mitigate error</a:t>
            </a:r>
          </a:p>
          <a:p>
            <a:r>
              <a:rPr lang="en-GB" altLang="en-US" dirty="0"/>
              <a:t>CRM principles and skills are key to help prevent errors occurring and error chains from developing</a:t>
            </a:r>
          </a:p>
          <a:p>
            <a:r>
              <a:rPr lang="en-GB" altLang="en-US" dirty="0"/>
              <a:t>Remember “Avoid – Trap – Mitigate”</a:t>
            </a:r>
          </a:p>
          <a:p>
            <a:pPr lvl="1"/>
            <a:r>
              <a:rPr lang="en-GB" altLang="en-US" dirty="0"/>
              <a:t>Avoid – prepare, plan</a:t>
            </a:r>
          </a:p>
          <a:p>
            <a:pPr lvl="1"/>
            <a:r>
              <a:rPr lang="en-GB" altLang="en-US" dirty="0"/>
              <a:t>Trap – Monitor, challenge</a:t>
            </a:r>
          </a:p>
          <a:p>
            <a:pPr lvl="1"/>
            <a:r>
              <a:rPr lang="en-GB" altLang="en-US" dirty="0"/>
              <a:t>Mitigate – Manage, take action, limit the </a:t>
            </a:r>
            <a:r>
              <a:rPr lang="en-GB" altLang="en-US" dirty="0" err="1"/>
              <a:t>consequenses</a:t>
            </a:r>
            <a:endParaRPr lang="en-GB" altLang="en-US" dirty="0"/>
          </a:p>
          <a:p>
            <a:endParaRPr lang="en-GB" altLang="en-US" dirty="0"/>
          </a:p>
        </p:txBody>
      </p:sp>
      <p:sp>
        <p:nvSpPr>
          <p:cNvPr id="61444"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Aft>
                <a:spcPct val="50000"/>
              </a:spcAft>
              <a:buClr>
                <a:srgbClr val="0079C1"/>
              </a:buClr>
              <a:buFont typeface="Wingdings 2" panose="05020102010507070707" pitchFamily="18" charset="2"/>
              <a:buChar char="¾"/>
              <a:defRPr sz="1800">
                <a:solidFill>
                  <a:schemeClr val="tx2"/>
                </a:solidFill>
                <a:latin typeface="Arial" panose="020B0604020202020204" pitchFamily="34" charset="0"/>
                <a:ea typeface="ＭＳ Ｐゴシック" panose="020B0600070205080204" pitchFamily="34" charset="-128"/>
              </a:defRPr>
            </a:lvl1pPr>
            <a:lvl2pPr marL="557213" indent="-214313">
              <a:spcAft>
                <a:spcPct val="50000"/>
              </a:spcAft>
              <a:buClr>
                <a:srgbClr val="0079C1"/>
              </a:buClr>
              <a:buFont typeface="Wingdings 2" panose="05020102010507070707" pitchFamily="18" charset="2"/>
              <a:buChar char="¾"/>
              <a:defRPr sz="1650">
                <a:solidFill>
                  <a:schemeClr val="tx2"/>
                </a:solidFill>
                <a:latin typeface="Arial" panose="020B0604020202020204" pitchFamily="34" charset="0"/>
                <a:ea typeface="ＭＳ Ｐゴシック" panose="020B0600070205080204" pitchFamily="34" charset="-128"/>
              </a:defRPr>
            </a:lvl2pPr>
            <a:lvl3pPr marL="857250" indent="-171450">
              <a:spcAft>
                <a:spcPct val="50000"/>
              </a:spcAft>
              <a:buClr>
                <a:srgbClr val="0079C1"/>
              </a:buClr>
              <a:buFont typeface="Wingdings 2" panose="05020102010507070707" pitchFamily="18" charset="2"/>
              <a:buChar char="¾"/>
              <a:defRPr sz="1500">
                <a:solidFill>
                  <a:schemeClr val="tx2"/>
                </a:solidFill>
                <a:latin typeface="Arial" panose="020B0604020202020204" pitchFamily="34" charset="0"/>
                <a:ea typeface="ＭＳ Ｐゴシック" panose="020B0600070205080204" pitchFamily="34" charset="-128"/>
              </a:defRPr>
            </a:lvl3pPr>
            <a:lvl4pPr marL="1200150" indent="-171450">
              <a:spcAft>
                <a:spcPct val="50000"/>
              </a:spcAft>
              <a:buClr>
                <a:srgbClr val="0079C1"/>
              </a:buClr>
              <a:buFont typeface="Wingdings 2" panose="05020102010507070707" pitchFamily="18" charset="2"/>
              <a:buChar char="¾"/>
              <a:defRPr sz="1500">
                <a:solidFill>
                  <a:schemeClr val="tx2"/>
                </a:solidFill>
                <a:latin typeface="Arial" panose="020B0604020202020204" pitchFamily="34" charset="0"/>
                <a:ea typeface="ＭＳ Ｐゴシック" panose="020B0600070205080204" pitchFamily="34" charset="-128"/>
              </a:defRPr>
            </a:lvl4pPr>
            <a:lvl5pPr marL="1543050" indent="-171450">
              <a:spcAft>
                <a:spcPct val="50000"/>
              </a:spcAft>
              <a:buClr>
                <a:srgbClr val="0079C1"/>
              </a:buClr>
              <a:buFont typeface="Wingdings 2" panose="05020102010507070707" pitchFamily="18" charset="2"/>
              <a:buChar char="¾"/>
              <a:defRPr sz="1200">
                <a:solidFill>
                  <a:schemeClr val="tx2"/>
                </a:solidFill>
                <a:latin typeface="Arial" panose="020B0604020202020204" pitchFamily="34" charset="0"/>
                <a:ea typeface="ＭＳ Ｐゴシック" panose="020B0600070205080204" pitchFamily="34" charset="-128"/>
              </a:defRPr>
            </a:lvl5pPr>
            <a:lvl6pPr marL="1885950" indent="-171450" eaLnBrk="0" fontAlgn="base" hangingPunct="0">
              <a:spcBef>
                <a:spcPct val="0"/>
              </a:spcBef>
              <a:spcAft>
                <a:spcPct val="50000"/>
              </a:spcAft>
              <a:buClr>
                <a:srgbClr val="0079C1"/>
              </a:buClr>
              <a:buFont typeface="Wingdings 2" panose="05020102010507070707" pitchFamily="18" charset="2"/>
              <a:buChar char="¾"/>
              <a:defRPr sz="1200">
                <a:solidFill>
                  <a:schemeClr val="tx2"/>
                </a:solidFill>
                <a:latin typeface="Arial" panose="020B0604020202020204" pitchFamily="34" charset="0"/>
                <a:ea typeface="ＭＳ Ｐゴシック" panose="020B0600070205080204" pitchFamily="34" charset="-128"/>
              </a:defRPr>
            </a:lvl6pPr>
            <a:lvl7pPr marL="2228850" indent="-171450" eaLnBrk="0" fontAlgn="base" hangingPunct="0">
              <a:spcBef>
                <a:spcPct val="0"/>
              </a:spcBef>
              <a:spcAft>
                <a:spcPct val="50000"/>
              </a:spcAft>
              <a:buClr>
                <a:srgbClr val="0079C1"/>
              </a:buClr>
              <a:buFont typeface="Wingdings 2" panose="05020102010507070707" pitchFamily="18" charset="2"/>
              <a:buChar char="¾"/>
              <a:defRPr sz="1200">
                <a:solidFill>
                  <a:schemeClr val="tx2"/>
                </a:solidFill>
                <a:latin typeface="Arial" panose="020B0604020202020204" pitchFamily="34" charset="0"/>
                <a:ea typeface="ＭＳ Ｐゴシック" panose="020B0600070205080204" pitchFamily="34" charset="-128"/>
              </a:defRPr>
            </a:lvl7pPr>
            <a:lvl8pPr marL="2571750" indent="-171450" eaLnBrk="0" fontAlgn="base" hangingPunct="0">
              <a:spcBef>
                <a:spcPct val="0"/>
              </a:spcBef>
              <a:spcAft>
                <a:spcPct val="50000"/>
              </a:spcAft>
              <a:buClr>
                <a:srgbClr val="0079C1"/>
              </a:buClr>
              <a:buFont typeface="Wingdings 2" panose="05020102010507070707" pitchFamily="18" charset="2"/>
              <a:buChar char="¾"/>
              <a:defRPr sz="1200">
                <a:solidFill>
                  <a:schemeClr val="tx2"/>
                </a:solidFill>
                <a:latin typeface="Arial" panose="020B0604020202020204" pitchFamily="34" charset="0"/>
                <a:ea typeface="ＭＳ Ｐゴシック" panose="020B0600070205080204" pitchFamily="34" charset="-128"/>
              </a:defRPr>
            </a:lvl8pPr>
            <a:lvl9pPr marL="2914650" indent="-171450" eaLnBrk="0" fontAlgn="base" hangingPunct="0">
              <a:spcBef>
                <a:spcPct val="0"/>
              </a:spcBef>
              <a:spcAft>
                <a:spcPct val="50000"/>
              </a:spcAft>
              <a:buClr>
                <a:srgbClr val="0079C1"/>
              </a:buClr>
              <a:buFont typeface="Wingdings 2" panose="05020102010507070707" pitchFamily="18" charset="2"/>
              <a:buChar char="¾"/>
              <a:defRPr sz="1200">
                <a:solidFill>
                  <a:schemeClr val="tx2"/>
                </a:solidFill>
                <a:latin typeface="Arial" panose="020B0604020202020204" pitchFamily="34" charset="0"/>
                <a:ea typeface="ＭＳ Ｐゴシック" panose="020B0600070205080204" pitchFamily="34" charset="-128"/>
              </a:defRPr>
            </a:lvl9pPr>
          </a:lstStyle>
          <a:p>
            <a:pPr fontAlgn="base">
              <a:spcBef>
                <a:spcPct val="0"/>
              </a:spcBef>
              <a:spcAft>
                <a:spcPct val="0"/>
              </a:spcAft>
              <a:buClrTx/>
              <a:buNone/>
              <a:defRPr/>
            </a:pPr>
            <a:fld id="{225F8802-66D8-4785-A55B-8EEDA12CED0B}" type="slidenum">
              <a:rPr lang="en-US" altLang="en-US" sz="900" b="1">
                <a:solidFill>
                  <a:srgbClr val="FFFFFF"/>
                </a:solidFill>
              </a:rPr>
              <a:pPr fontAlgn="base">
                <a:spcBef>
                  <a:spcPct val="0"/>
                </a:spcBef>
                <a:spcAft>
                  <a:spcPct val="0"/>
                </a:spcAft>
                <a:buClrTx/>
                <a:buNone/>
                <a:defRPr/>
              </a:pPr>
              <a:t>12</a:t>
            </a:fld>
            <a:endParaRPr lang="en-US" altLang="en-US" sz="900" b="1">
              <a:solidFill>
                <a:srgbClr val="FFFFFF"/>
              </a:solidFill>
            </a:endParaRPr>
          </a:p>
        </p:txBody>
      </p:sp>
    </p:spTree>
    <p:custDataLst>
      <p:tags r:id="rId1"/>
    </p:custDataLst>
    <p:extLst>
      <p:ext uri="{BB962C8B-B14F-4D97-AF65-F5344CB8AC3E}">
        <p14:creationId xmlns:p14="http://schemas.microsoft.com/office/powerpoint/2010/main" val="3589832182"/>
      </p:ext>
    </p:extLst>
  </p:cSld>
  <p:clrMapOvr>
    <a:masterClrMapping/>
  </p:clrMapOvr>
  <mc:AlternateContent xmlns:mc="http://schemas.openxmlformats.org/markup-compatibility/2006">
    <mc:Choice xmlns:p14="http://schemas.microsoft.com/office/powerpoint/2010/main" Requires="p14">
      <p:transition spd="med" p14:dur="700" advClick="0" advTm="57462">
        <p:fade/>
      </p:transition>
    </mc:Choice>
    <mc:Fallback>
      <p:transition spd="med" advClick="0" advTm="57462">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4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44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144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144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1443">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1443">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1443">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144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8C37B-5269-47D6-9891-545FD76AB4EF}"/>
              </a:ext>
            </a:extLst>
          </p:cNvPr>
          <p:cNvSpPr>
            <a:spLocks noGrp="1"/>
          </p:cNvSpPr>
          <p:nvPr>
            <p:ph type="title"/>
          </p:nvPr>
        </p:nvSpPr>
        <p:spPr/>
        <p:txBody>
          <a:bodyPr/>
          <a:lstStyle/>
          <a:p>
            <a:r>
              <a:rPr lang="en-GB" dirty="0">
                <a:latin typeface="Roboto Medium" panose="02000000000000000000" pitchFamily="2" charset="0"/>
                <a:ea typeface="Roboto Medium" panose="02000000000000000000" pitchFamily="2" charset="0"/>
              </a:rPr>
              <a:t>Design for error reduction and prevention</a:t>
            </a:r>
          </a:p>
        </p:txBody>
      </p:sp>
      <p:sp>
        <p:nvSpPr>
          <p:cNvPr id="3" name="Content Placeholder 2">
            <a:extLst>
              <a:ext uri="{FF2B5EF4-FFF2-40B4-BE49-F238E27FC236}">
                <a16:creationId xmlns:a16="http://schemas.microsoft.com/office/drawing/2014/main" id="{C330D0AD-A0AC-4651-880B-3585CCEA1CA0}"/>
              </a:ext>
            </a:extLst>
          </p:cNvPr>
          <p:cNvSpPr>
            <a:spLocks noGrp="1"/>
          </p:cNvSpPr>
          <p:nvPr>
            <p:ph idx="1"/>
          </p:nvPr>
        </p:nvSpPr>
        <p:spPr/>
        <p:txBody>
          <a:bodyPr/>
          <a:lstStyle/>
          <a:p>
            <a:r>
              <a:rPr lang="en-GB" dirty="0"/>
              <a:t>“If an error is possible, someone will make it. The designer must assume that all possible errors will occur and design so as to minimise the chance of the error.” </a:t>
            </a:r>
          </a:p>
          <a:p>
            <a:r>
              <a:rPr lang="en-GB" dirty="0"/>
              <a:t>Flap, spoiler and gear levers shapes to symbolise their functions</a:t>
            </a:r>
          </a:p>
          <a:p>
            <a:r>
              <a:rPr lang="en-GB" dirty="0"/>
              <a:t>Air/ground sensor system prevents incorrect deployment of thrust reversers</a:t>
            </a:r>
          </a:p>
        </p:txBody>
      </p:sp>
      <p:pic>
        <p:nvPicPr>
          <p:cNvPr id="5" name="Picture 4" descr="A picture containing plane, grass, outdoor, road&#10;&#10;Description generated with very high confidence">
            <a:extLst>
              <a:ext uri="{FF2B5EF4-FFF2-40B4-BE49-F238E27FC236}">
                <a16:creationId xmlns:a16="http://schemas.microsoft.com/office/drawing/2014/main" id="{3B58D63D-5BE4-4FC8-AC06-B3979157D937}"/>
              </a:ext>
            </a:extLst>
          </p:cNvPr>
          <p:cNvPicPr>
            <a:picLocks noChangeAspect="1"/>
          </p:cNvPicPr>
          <p:nvPr/>
        </p:nvPicPr>
        <p:blipFill rotWithShape="1">
          <a:blip r:embed="rId4"/>
          <a:srcRect l="13066" t="1186" r="2406" b="244"/>
          <a:stretch>
            <a:fillRect/>
          </a:stretch>
        </p:blipFill>
        <p:spPr>
          <a:xfrm>
            <a:off x="6939032" y="3946927"/>
            <a:ext cx="3328382" cy="2588781"/>
          </a:xfrm>
          <a:prstGeom prst="rect">
            <a:avLst/>
          </a:prstGeom>
          <a:ln>
            <a:noFill/>
          </a:ln>
          <a:effectLst>
            <a:outerShdw blurRad="50800" dist="38100" dir="2700000" algn="tl" rotWithShape="0">
              <a:prstClr val="black">
                <a:alpha val="40000"/>
              </a:prstClr>
            </a:outerShdw>
          </a:effectLst>
        </p:spPr>
      </p:pic>
      <p:pic>
        <p:nvPicPr>
          <p:cNvPr id="6" name="Picture 5" descr="A close up of a device&#10;&#10;AI-generated content may be incorrect.">
            <a:extLst>
              <a:ext uri="{FF2B5EF4-FFF2-40B4-BE49-F238E27FC236}">
                <a16:creationId xmlns:a16="http://schemas.microsoft.com/office/drawing/2014/main" id="{2AA751AB-16AB-7552-415F-EA4361A0DE0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89703" y="3946928"/>
            <a:ext cx="2071025" cy="2588781"/>
          </a:xfrm>
          <a:prstGeom prst="rect">
            <a:avLst/>
          </a:prstGeom>
          <a:effectLst>
            <a:outerShdw blurRad="50800" dist="38100" dir="2700000" algn="tl" rotWithShape="0">
              <a:prstClr val="black">
                <a:alpha val="40000"/>
              </a:prstClr>
            </a:outerShdw>
          </a:effectLst>
        </p:spPr>
      </p:pic>
      <p:pic>
        <p:nvPicPr>
          <p:cNvPr id="8" name="Picture 7" descr="A close up of a control panel&#10;&#10;AI-generated content may be incorrect.">
            <a:extLst>
              <a:ext uri="{FF2B5EF4-FFF2-40B4-BE49-F238E27FC236}">
                <a16:creationId xmlns:a16="http://schemas.microsoft.com/office/drawing/2014/main" id="{7DA2FFC8-5F27-AC3B-F83F-0D59D0D819E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21849" y="3946927"/>
            <a:ext cx="2071025" cy="2588781"/>
          </a:xfrm>
          <a:prstGeom prst="rect">
            <a:avLst/>
          </a:prstGeom>
          <a:effectLst>
            <a:outerShdw blurRad="50800" dist="38100" dir="2700000" algn="tl" rotWithShape="0">
              <a:prstClr val="black">
                <a:alpha val="40000"/>
              </a:prstClr>
            </a:outerShdw>
          </a:effectLst>
        </p:spPr>
      </p:pic>
    </p:spTree>
    <p:custDataLst>
      <p:tags r:id="rId1"/>
    </p:custDataLst>
    <p:extLst>
      <p:ext uri="{BB962C8B-B14F-4D97-AF65-F5344CB8AC3E}">
        <p14:creationId xmlns:p14="http://schemas.microsoft.com/office/powerpoint/2010/main" val="1513192947"/>
      </p:ext>
    </p:extLst>
  </p:cSld>
  <p:clrMapOvr>
    <a:masterClrMapping/>
  </p:clrMapOvr>
  <mc:AlternateContent xmlns:mc="http://schemas.openxmlformats.org/markup-compatibility/2006">
    <mc:Choice xmlns:p14="http://schemas.microsoft.com/office/powerpoint/2010/main" Requires="p14">
      <p:transition spd="med" p14:dur="700" advClick="0" advTm="34646">
        <p:fade/>
      </p:transition>
    </mc:Choice>
    <mc:Fallback>
      <p:transition spd="med" advClick="0" advTm="34646">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16733-57E5-4603-AD4F-F0CF46913DA0}"/>
              </a:ext>
            </a:extLst>
          </p:cNvPr>
          <p:cNvSpPr>
            <a:spLocks noGrp="1"/>
          </p:cNvSpPr>
          <p:nvPr>
            <p:ph type="title"/>
          </p:nvPr>
        </p:nvSpPr>
        <p:spPr/>
        <p:txBody>
          <a:bodyPr/>
          <a:lstStyle/>
          <a:p>
            <a:r>
              <a:rPr lang="en-GB" dirty="0">
                <a:latin typeface="Roboto Medium" panose="02000000000000000000" pitchFamily="2" charset="0"/>
                <a:ea typeface="Roboto Medium" panose="02000000000000000000" pitchFamily="2" charset="0"/>
              </a:rPr>
              <a:t>Blaming and fault</a:t>
            </a:r>
          </a:p>
        </p:txBody>
      </p:sp>
      <p:sp>
        <p:nvSpPr>
          <p:cNvPr id="3" name="Content Placeholder 2">
            <a:extLst>
              <a:ext uri="{FF2B5EF4-FFF2-40B4-BE49-F238E27FC236}">
                <a16:creationId xmlns:a16="http://schemas.microsoft.com/office/drawing/2014/main" id="{FE495DEC-4045-4D9B-B46F-E7DB1D321400}"/>
              </a:ext>
            </a:extLst>
          </p:cNvPr>
          <p:cNvSpPr>
            <a:spLocks noGrp="1"/>
          </p:cNvSpPr>
          <p:nvPr>
            <p:ph idx="1"/>
          </p:nvPr>
        </p:nvSpPr>
        <p:spPr/>
        <p:txBody>
          <a:bodyPr/>
          <a:lstStyle/>
          <a:p>
            <a:pPr>
              <a:lnSpc>
                <a:spcPct val="100000"/>
              </a:lnSpc>
            </a:pPr>
            <a:r>
              <a:rPr lang="en-GB" dirty="0"/>
              <a:t>Fundamental attribution error</a:t>
            </a:r>
          </a:p>
          <a:p>
            <a:pPr lvl="1">
              <a:lnSpc>
                <a:spcPct val="100000"/>
              </a:lnSpc>
            </a:pPr>
            <a:r>
              <a:rPr lang="en-GB" dirty="0">
                <a:cs typeface="+mn-cs"/>
              </a:rPr>
              <a:t>When we hear of a person committing an error, we tend to attribute negative elements associated with making an error such as stupidity, laziness, carelessness, etc., to that person </a:t>
            </a:r>
          </a:p>
          <a:p>
            <a:pPr lvl="1">
              <a:lnSpc>
                <a:spcPct val="100000"/>
              </a:lnSpc>
            </a:pPr>
            <a:r>
              <a:rPr lang="en-GB" dirty="0">
                <a:cs typeface="+mn-cs"/>
              </a:rPr>
              <a:t>We often ask ourselves how someone could be so silly as to commit a particular error</a:t>
            </a:r>
          </a:p>
          <a:p>
            <a:pPr lvl="1">
              <a:lnSpc>
                <a:spcPct val="100000"/>
              </a:lnSpc>
            </a:pPr>
            <a:r>
              <a:rPr lang="en-GB" dirty="0">
                <a:cs typeface="+mn-cs"/>
              </a:rPr>
              <a:t>Such attribution is an error in itself, since people do not intentionally commit errors</a:t>
            </a:r>
          </a:p>
          <a:p>
            <a:pPr lvl="1">
              <a:lnSpc>
                <a:spcPct val="100000"/>
              </a:lnSpc>
            </a:pPr>
            <a:r>
              <a:rPr lang="en-GB" dirty="0">
                <a:cs typeface="+mn-cs"/>
              </a:rPr>
              <a:t>Instead, the circumstances surrounding an error, the background, training, culture and many other factors provide the true reasons why an error occurred</a:t>
            </a:r>
          </a:p>
        </p:txBody>
      </p:sp>
    </p:spTree>
    <p:custDataLst>
      <p:tags r:id="rId1"/>
    </p:custDataLst>
    <p:extLst>
      <p:ext uri="{BB962C8B-B14F-4D97-AF65-F5344CB8AC3E}">
        <p14:creationId xmlns:p14="http://schemas.microsoft.com/office/powerpoint/2010/main" val="525312530"/>
      </p:ext>
    </p:extLst>
  </p:cSld>
  <p:clrMapOvr>
    <a:masterClrMapping/>
  </p:clrMapOvr>
  <mc:AlternateContent xmlns:mc="http://schemas.openxmlformats.org/markup-compatibility/2006">
    <mc:Choice xmlns:p14="http://schemas.microsoft.com/office/powerpoint/2010/main" Requires="p14">
      <p:transition spd="med" p14:dur="700" advClick="0" advTm="36204">
        <p:fade/>
      </p:transition>
    </mc:Choice>
    <mc:Fallback>
      <p:transition spd="med" advClick="0" advTm="36204">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FB756-8EF6-46BF-A324-70DEA678E46E}"/>
              </a:ext>
            </a:extLst>
          </p:cNvPr>
          <p:cNvSpPr>
            <a:spLocks noGrp="1"/>
          </p:cNvSpPr>
          <p:nvPr>
            <p:ph type="title"/>
          </p:nvPr>
        </p:nvSpPr>
        <p:spPr/>
        <p:txBody>
          <a:bodyPr/>
          <a:lstStyle/>
          <a:p>
            <a:r>
              <a:rPr lang="en-GB" dirty="0">
                <a:latin typeface="Roboto Medium" panose="02000000000000000000" pitchFamily="2" charset="0"/>
                <a:ea typeface="Roboto Medium" panose="02000000000000000000" pitchFamily="2" charset="0"/>
              </a:rPr>
              <a:t>Reliability</a:t>
            </a:r>
          </a:p>
        </p:txBody>
      </p:sp>
      <p:sp>
        <p:nvSpPr>
          <p:cNvPr id="3" name="Content Placeholder 2">
            <a:extLst>
              <a:ext uri="{FF2B5EF4-FFF2-40B4-BE49-F238E27FC236}">
                <a16:creationId xmlns:a16="http://schemas.microsoft.com/office/drawing/2014/main" id="{8F32D47A-28B0-4C33-826B-F5B82102DAAE}"/>
              </a:ext>
            </a:extLst>
          </p:cNvPr>
          <p:cNvSpPr>
            <a:spLocks noGrp="1"/>
          </p:cNvSpPr>
          <p:nvPr>
            <p:ph idx="1"/>
          </p:nvPr>
        </p:nvSpPr>
        <p:spPr/>
        <p:txBody>
          <a:bodyPr/>
          <a:lstStyle/>
          <a:p>
            <a:pPr>
              <a:lnSpc>
                <a:spcPct val="100000"/>
              </a:lnSpc>
            </a:pPr>
            <a:r>
              <a:rPr lang="en-GB" dirty="0"/>
              <a:t>What factors may affect reliability?</a:t>
            </a:r>
          </a:p>
          <a:p>
            <a:pPr lvl="1">
              <a:lnSpc>
                <a:spcPct val="100000"/>
              </a:lnSpc>
            </a:pPr>
            <a:r>
              <a:rPr lang="en-GB" sz="2400" dirty="0">
                <a:cs typeface="+mn-cs"/>
              </a:rPr>
              <a:t>Age</a:t>
            </a:r>
          </a:p>
          <a:p>
            <a:pPr lvl="1">
              <a:lnSpc>
                <a:spcPct val="100000"/>
              </a:lnSpc>
            </a:pPr>
            <a:r>
              <a:rPr lang="en-GB" sz="2400" dirty="0">
                <a:cs typeface="+mn-cs"/>
              </a:rPr>
              <a:t>State of mind</a:t>
            </a:r>
          </a:p>
          <a:p>
            <a:pPr lvl="1">
              <a:lnSpc>
                <a:spcPct val="100000"/>
              </a:lnSpc>
            </a:pPr>
            <a:r>
              <a:rPr lang="en-GB" sz="2400" dirty="0">
                <a:cs typeface="+mn-cs"/>
              </a:rPr>
              <a:t>Physical health</a:t>
            </a:r>
          </a:p>
          <a:p>
            <a:pPr lvl="1">
              <a:lnSpc>
                <a:spcPct val="100000"/>
              </a:lnSpc>
            </a:pPr>
            <a:r>
              <a:rPr lang="en-GB" sz="2400" dirty="0">
                <a:cs typeface="+mn-cs"/>
              </a:rPr>
              <a:t>Attitude</a:t>
            </a:r>
          </a:p>
          <a:p>
            <a:pPr lvl="1">
              <a:lnSpc>
                <a:spcPct val="100000"/>
              </a:lnSpc>
            </a:pPr>
            <a:r>
              <a:rPr lang="en-GB" sz="2400" dirty="0">
                <a:cs typeface="+mn-cs"/>
              </a:rPr>
              <a:t>Emotions </a:t>
            </a:r>
          </a:p>
          <a:p>
            <a:pPr lvl="1">
              <a:lnSpc>
                <a:spcPct val="100000"/>
              </a:lnSpc>
            </a:pPr>
            <a:r>
              <a:rPr lang="en-GB" sz="2400" dirty="0">
                <a:cs typeface="+mn-cs"/>
              </a:rPr>
              <a:t>Cognitive biases</a:t>
            </a:r>
          </a:p>
        </p:txBody>
      </p:sp>
    </p:spTree>
    <p:custDataLst>
      <p:tags r:id="rId1"/>
    </p:custDataLst>
    <p:extLst>
      <p:ext uri="{BB962C8B-B14F-4D97-AF65-F5344CB8AC3E}">
        <p14:creationId xmlns:p14="http://schemas.microsoft.com/office/powerpoint/2010/main" val="2190823460"/>
      </p:ext>
    </p:extLst>
  </p:cSld>
  <p:clrMapOvr>
    <a:masterClrMapping/>
  </p:clrMapOvr>
  <mc:AlternateContent xmlns:mc="http://schemas.openxmlformats.org/markup-compatibility/2006">
    <mc:Choice xmlns:p14="http://schemas.microsoft.com/office/powerpoint/2010/main" Requires="p14">
      <p:transition spd="med" p14:dur="700" advClick="0" advTm="103998">
        <p:fade/>
      </p:transition>
    </mc:Choice>
    <mc:Fallback>
      <p:transition spd="med" advClick="0" advTm="103998">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FB756-8EF6-46BF-A324-70DEA678E46E}"/>
              </a:ext>
            </a:extLst>
          </p:cNvPr>
          <p:cNvSpPr>
            <a:spLocks noGrp="1"/>
          </p:cNvSpPr>
          <p:nvPr>
            <p:ph type="title"/>
          </p:nvPr>
        </p:nvSpPr>
        <p:spPr/>
        <p:txBody>
          <a:bodyPr/>
          <a:lstStyle/>
          <a:p>
            <a:r>
              <a:rPr lang="en-GB" dirty="0">
                <a:latin typeface="Roboto Medium" panose="02000000000000000000" pitchFamily="2" charset="0"/>
                <a:ea typeface="Roboto Medium" panose="02000000000000000000" pitchFamily="2" charset="0"/>
              </a:rPr>
              <a:t>Reliability</a:t>
            </a:r>
          </a:p>
        </p:txBody>
      </p:sp>
      <p:sp>
        <p:nvSpPr>
          <p:cNvPr id="3" name="Content Placeholder 2">
            <a:extLst>
              <a:ext uri="{FF2B5EF4-FFF2-40B4-BE49-F238E27FC236}">
                <a16:creationId xmlns:a16="http://schemas.microsoft.com/office/drawing/2014/main" id="{8F32D47A-28B0-4C33-826B-F5B82102DAAE}"/>
              </a:ext>
            </a:extLst>
          </p:cNvPr>
          <p:cNvSpPr>
            <a:spLocks noGrp="1"/>
          </p:cNvSpPr>
          <p:nvPr>
            <p:ph idx="1"/>
          </p:nvPr>
        </p:nvSpPr>
        <p:spPr/>
        <p:txBody>
          <a:bodyPr/>
          <a:lstStyle/>
          <a:p>
            <a:pPr>
              <a:lnSpc>
                <a:spcPct val="100000"/>
              </a:lnSpc>
            </a:pPr>
            <a:r>
              <a:rPr lang="en-GB" sz="2200" dirty="0"/>
              <a:t>What factors may improve reliability?</a:t>
            </a:r>
          </a:p>
          <a:p>
            <a:pPr lvl="1">
              <a:lnSpc>
                <a:spcPct val="100000"/>
              </a:lnSpc>
            </a:pPr>
            <a:r>
              <a:rPr lang="en-GB" sz="1800" dirty="0">
                <a:cs typeface="+mn-cs"/>
              </a:rPr>
              <a:t>Experience</a:t>
            </a:r>
          </a:p>
          <a:p>
            <a:pPr lvl="1">
              <a:lnSpc>
                <a:spcPct val="100000"/>
              </a:lnSpc>
            </a:pPr>
            <a:r>
              <a:rPr lang="en-GB" sz="1800" dirty="0">
                <a:cs typeface="+mn-cs"/>
              </a:rPr>
              <a:t>Focused attention</a:t>
            </a:r>
          </a:p>
          <a:p>
            <a:pPr lvl="1">
              <a:lnSpc>
                <a:spcPct val="100000"/>
              </a:lnSpc>
            </a:pPr>
            <a:r>
              <a:rPr lang="en-GB" sz="1800" dirty="0">
                <a:cs typeface="+mn-cs"/>
              </a:rPr>
              <a:t>Good physical and mental health</a:t>
            </a:r>
          </a:p>
          <a:p>
            <a:pPr lvl="1">
              <a:lnSpc>
                <a:spcPct val="100000"/>
              </a:lnSpc>
            </a:pPr>
            <a:r>
              <a:rPr lang="en-GB" sz="1800" dirty="0">
                <a:cs typeface="+mn-cs"/>
              </a:rPr>
              <a:t>Keep emotions in check</a:t>
            </a:r>
          </a:p>
          <a:p>
            <a:pPr lvl="1">
              <a:lnSpc>
                <a:spcPct val="100000"/>
              </a:lnSpc>
            </a:pPr>
            <a:r>
              <a:rPr lang="en-GB" sz="1800" dirty="0">
                <a:cs typeface="+mn-cs"/>
              </a:rPr>
              <a:t>Positive attitude</a:t>
            </a:r>
          </a:p>
          <a:p>
            <a:pPr lvl="1">
              <a:lnSpc>
                <a:spcPct val="100000"/>
              </a:lnSpc>
            </a:pPr>
            <a:r>
              <a:rPr lang="en-GB" sz="1800" dirty="0">
                <a:cs typeface="+mn-cs"/>
              </a:rPr>
              <a:t>Training and reporting</a:t>
            </a:r>
          </a:p>
          <a:p>
            <a:pPr lvl="1">
              <a:lnSpc>
                <a:spcPct val="100000"/>
              </a:lnSpc>
            </a:pPr>
            <a:r>
              <a:rPr lang="en-GB" sz="1800" dirty="0">
                <a:cs typeface="+mn-cs"/>
              </a:rPr>
              <a:t>Awareness of cognitive biases</a:t>
            </a:r>
          </a:p>
          <a:p>
            <a:pPr>
              <a:lnSpc>
                <a:spcPct val="100000"/>
              </a:lnSpc>
            </a:pPr>
            <a:r>
              <a:rPr lang="en-GB" sz="2200" dirty="0"/>
              <a:t>Human performance is constantly variable, from day-to-day and from person-to-person</a:t>
            </a:r>
          </a:p>
          <a:p>
            <a:pPr>
              <a:lnSpc>
                <a:spcPct val="100000"/>
              </a:lnSpc>
            </a:pPr>
            <a:r>
              <a:rPr lang="en-GB" sz="2200" dirty="0"/>
              <a:t>Ideally the system will be designed to tolerate the normal range of variations in human performance</a:t>
            </a:r>
          </a:p>
          <a:p>
            <a:pPr lvl="1"/>
            <a:endParaRPr lang="en-GB" dirty="0"/>
          </a:p>
        </p:txBody>
      </p:sp>
    </p:spTree>
    <p:custDataLst>
      <p:tags r:id="rId1"/>
    </p:custDataLst>
    <p:extLst>
      <p:ext uri="{BB962C8B-B14F-4D97-AF65-F5344CB8AC3E}">
        <p14:creationId xmlns:p14="http://schemas.microsoft.com/office/powerpoint/2010/main" val="1597486042"/>
      </p:ext>
    </p:extLst>
  </p:cSld>
  <p:clrMapOvr>
    <a:masterClrMapping/>
  </p:clrMapOvr>
  <mc:AlternateContent xmlns:mc="http://schemas.openxmlformats.org/markup-compatibility/2006">
    <mc:Choice xmlns:p14="http://schemas.microsoft.com/office/powerpoint/2010/main" Requires="p14">
      <p:transition spd="med" p14:dur="700" advClick="0" advTm="33034">
        <p:fade/>
      </p:transition>
    </mc:Choice>
    <mc:Fallback>
      <p:transition spd="med" advClick="0" advTm="33034">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62F29-9059-4467-B722-BE565B91F62F}"/>
              </a:ext>
            </a:extLst>
          </p:cNvPr>
          <p:cNvSpPr>
            <a:spLocks noGrp="1"/>
          </p:cNvSpPr>
          <p:nvPr>
            <p:ph type="title"/>
          </p:nvPr>
        </p:nvSpPr>
        <p:spPr/>
        <p:txBody>
          <a:bodyPr/>
          <a:lstStyle/>
          <a:p>
            <a:r>
              <a:rPr lang="en-GB" dirty="0">
                <a:latin typeface="Roboto Medium" panose="02000000000000000000" pitchFamily="2" charset="0"/>
                <a:ea typeface="Roboto Medium" panose="02000000000000000000" pitchFamily="2" charset="0"/>
              </a:rPr>
              <a:t>Summary</a:t>
            </a:r>
          </a:p>
        </p:txBody>
      </p:sp>
      <p:sp>
        <p:nvSpPr>
          <p:cNvPr id="3" name="Content Placeholder 2">
            <a:extLst>
              <a:ext uri="{FF2B5EF4-FFF2-40B4-BE49-F238E27FC236}">
                <a16:creationId xmlns:a16="http://schemas.microsoft.com/office/drawing/2014/main" id="{6BBB7C54-3AA4-466F-BF2A-0AFB6E4A7FB1}"/>
              </a:ext>
            </a:extLst>
          </p:cNvPr>
          <p:cNvSpPr>
            <a:spLocks noGrp="1"/>
          </p:cNvSpPr>
          <p:nvPr>
            <p:ph idx="1"/>
          </p:nvPr>
        </p:nvSpPr>
        <p:spPr/>
        <p:txBody>
          <a:bodyPr/>
          <a:lstStyle/>
          <a:p>
            <a:pPr>
              <a:lnSpc>
                <a:spcPct val="100000"/>
              </a:lnSpc>
            </a:pPr>
            <a:r>
              <a:rPr lang="en-GB" dirty="0"/>
              <a:t>The issue is not how we define human error, or even who is to blame, but rather how to prevent errors</a:t>
            </a:r>
          </a:p>
          <a:p>
            <a:pPr>
              <a:lnSpc>
                <a:spcPct val="100000"/>
              </a:lnSpc>
            </a:pPr>
            <a:r>
              <a:rPr lang="en-GB" dirty="0"/>
              <a:t>It is essential to flight safety that we maintain a proper focus on how to recognise and interrupt the hazardous sequence of events that precedes a mishap.</a:t>
            </a:r>
          </a:p>
          <a:p>
            <a:pPr>
              <a:lnSpc>
                <a:spcPct val="100000"/>
              </a:lnSpc>
            </a:pPr>
            <a:r>
              <a:rPr lang="en-GB" dirty="0"/>
              <a:t>Threats require crew attention and management if safety margins are to be maintained</a:t>
            </a:r>
          </a:p>
          <a:p>
            <a:pPr>
              <a:lnSpc>
                <a:spcPct val="100000"/>
              </a:lnSpc>
            </a:pPr>
            <a:r>
              <a:rPr lang="en-GB" dirty="0"/>
              <a:t>Threats can be countered and errors managed by the defences provided by CRM skills</a:t>
            </a:r>
          </a:p>
          <a:p>
            <a:endParaRPr lang="en-GB" dirty="0"/>
          </a:p>
        </p:txBody>
      </p:sp>
    </p:spTree>
    <p:custDataLst>
      <p:tags r:id="rId1"/>
    </p:custDataLst>
    <p:extLst>
      <p:ext uri="{BB962C8B-B14F-4D97-AF65-F5344CB8AC3E}">
        <p14:creationId xmlns:p14="http://schemas.microsoft.com/office/powerpoint/2010/main" val="4220547281"/>
      </p:ext>
    </p:extLst>
  </p:cSld>
  <p:clrMapOvr>
    <a:masterClrMapping/>
  </p:clrMapOvr>
  <mc:AlternateContent xmlns:mc="http://schemas.openxmlformats.org/markup-compatibility/2006">
    <mc:Choice xmlns:p14="http://schemas.microsoft.com/office/powerpoint/2010/main" Requires="p14">
      <p:transition spd="med" p14:dur="700" advClick="0" advTm="29371">
        <p:fade/>
      </p:transition>
    </mc:Choice>
    <mc:Fallback>
      <p:transition spd="med" advClick="0" advTm="29371">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Roboto Medium" panose="02000000000000000000" pitchFamily="2" charset="0"/>
                <a:ea typeface="Roboto Medium" panose="02000000000000000000" pitchFamily="2" charset="0"/>
              </a:rPr>
              <a:t>Quiz</a:t>
            </a:r>
          </a:p>
        </p:txBody>
      </p:sp>
      <p:sp>
        <p:nvSpPr>
          <p:cNvPr id="3" name="Content Placeholder 2"/>
          <p:cNvSpPr>
            <a:spLocks noGrp="1"/>
          </p:cNvSpPr>
          <p:nvPr>
            <p:ph idx="1"/>
          </p:nvPr>
        </p:nvSpPr>
        <p:spPr/>
        <p:txBody>
          <a:bodyPr/>
          <a:lstStyle/>
          <a:p>
            <a:endParaRPr lang="en-GB" dirty="0"/>
          </a:p>
        </p:txBody>
      </p:sp>
      <p:pic>
        <p:nvPicPr>
          <p:cNvPr id="5" name="Picture 4" descr="A person sitting at a table with a computer&#10;&#10;Description automatically generated with medium confidence">
            <a:extLst>
              <a:ext uri="{FF2B5EF4-FFF2-40B4-BE49-F238E27FC236}">
                <a16:creationId xmlns:a16="http://schemas.microsoft.com/office/drawing/2014/main" id="{3551EE6E-4BF8-747C-2947-824C3B1586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81452" y="1417202"/>
            <a:ext cx="7251184" cy="483986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4224543739"/>
      </p:ext>
    </p:extLst>
  </p:cSld>
  <p:clrMapOvr>
    <a:masterClrMapping/>
  </p:clrMapOvr>
  <mc:AlternateContent xmlns:mc="http://schemas.openxmlformats.org/markup-compatibility/2006">
    <mc:Choice xmlns:p14="http://schemas.microsoft.com/office/powerpoint/2010/main" Requires="p14">
      <p:transition spd="med" p14:dur="700" advClick="0" advTm="8508">
        <p:fade/>
      </p:transition>
    </mc:Choice>
    <mc:Fallback>
      <p:transition spd="med" advClick="0" advTm="8508">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SUITE_ISPRING_CURRENT_PLAYER_ID" val="universal"/>
  <p:tag name="ISPRING_PRESENTATION_COURSE_TITLE" val="Human Error and Reliability"/>
  <p:tag name="ISPRING_UUID" val="{395F31A1-D16B-451D-8BAE-E117A92BF0E4}"/>
  <p:tag name="ISPRING_PROJECT_VERSION" val="9.3"/>
  <p:tag name="ISPRING_PROJECT_FOLDER_UPDATED" val="1"/>
  <p:tag name="FLASHSPRING_ZOOM_TAG" val="87"/>
  <p:tag name="ISPRING-SUITE_ISPRING_PLAYERS_CUSTOMIZATION_2" val="{&quot;universal&quot;:{&quot;skinSettings&quot;:{&quot;borderRadius&quot;:10,&quot;colors&quot;:{&quot;asideBackground&quot;:{&quot;color&quot;:&quot;#353535&quot;,&quot;opacity&quot;:1,&quot;type&quot;:&quot;SOLID&quot;},&quot;asideElementBackgroundActive&quot;:{&quot;color&quot;:&quot;#606060&quot;,&quot;opacity&quot;:1,&quot;type&quot;:&quot;SOLID&quot;},&quot;asideElementBackgroundHover&quot;:{&quot;color&quot;:&quot;#4F4F4F&quot;,&quot;opacity&quot;:1,&quot;type&quot;:&quot;SOLID&quot;},&quot;asideElementText&quot;:{&quot;color&quot;:&quot;#D8D8D8&quot;,&quot;opacity&quot;:1,&quot;type&quot;:&quot;SOLID&quot;},&quot;asideElementTextActive&quot;:{&quot;color&quot;:&quot;#F4F4F4&quot;,&quot;opacity&quot;:1,&quot;type&quot;:&quot;SOLID&quot;},&quot;asideElementTextHover&quot;:{&quot;color&quot;:&quot;#D8D8D8&quot;,&quot;opacity&quot;:1,&quot;type&quot;:&quot;SOLID&quot;},&quot;asideLogoBackground&quot;:{&quot;color&quot;:&quot;#353535&quot;,&quot;opacity&quot;:1,&quot;type&quot;:&quot;SOLID&quot;},&quot;pageBackground&quot;:{&quot;color&quot;:&quot;#DCDEE0&quot;,&quot;opacity&quot;:1,&quot;type&quot;:&quot;SOLID&quot;},&quot;playerBackground&quot;:{&quot;color&quot;:&quot;#202024&quot;,&quot;opacity&quot;:1,&quot;type&quot;:&quot;SOLID&quot;},&quot;playerText&quot;:{&quot;color&quot;:&quot;#C9C9C9&quot;,&quot;opacity&quot;:1,&quot;type&quot;:&quot;SOLID&quot;},&quot;primaryButtonBackground&quot;:{&quot;color&quot;:&quot;#5480D4&quot;,&quot;opacity&quot;:1,&quot;type&quot;:&quot;SOLID&quot;},&quot;primaryButtonBackgroundHover&quot;:{&quot;color&quot;:&quot;#4769A4&quot;,&quot;opacity&quot;:1,&quot;type&quot;:&quot;SOLID&quot;},&quot;primaryButtonBorder&quot;:{&quot;color&quot;:&quot;#5F8BD9&quot;,&quot;opacity&quot;:1,&quot;type&quot;:&quot;SOLID&quot;},&quot;primaryButtonBorderHover&quot;:{&quot;color&quot;:&quot;#5077BB&quot;,&quot;opacity&quot;:1,&quot;type&quot;:&quot;SOLID&quot;},&quot;primaryButtonText&quot;:{&quot;color&quot;:&quot;#FFFFFF&quot;,&quot;opacity&quot;:1,&quot;type&quot;:&quot;SOLID&quot;},&quot;primaryButtonTextHover&quot;:{&quot;color&quot;:&quot;#FFFFFF&quot;,&quot;opacity&quot;:1,&quot;type&quot;:&quot;SOLID&quot;},&quot;secondaryButtonBackground&quot;:{&quot;color&quot;:&quot;#383838&quot;,&quot;opacity&quot;:1,&quot;type&quot;:&quot;SOLID&quot;},&quot;secondaryButtonBackgroundHover&quot;:{&quot;color&quot;:&quot;#5C5C62&quot;,&quot;opacity&quot;:1,&quot;type&quot;:&quot;SOLID&quot;},&quot;secondaryButtonBorder&quot;:{&quot;color&quot;:&quot;#383838&quot;,&quot;opacity&quot;:1,&quot;type&quot;:&quot;SOLID&quot;},&quot;secondaryButtonBorderHover&quot;:{&quot;color&quot;:&quot;#5C5C62&quot;,&quot;opacity&quot;:1,&quot;type&quot;:&quot;SOLID&quot;},&quot;secondaryButtonText&quot;:{&quot;color&quot;:&quot;#DADADA&quot;,&quot;opacity&quot;:1,&quot;type&quot;:&quot;SOLID&quot;},&quot;secondaryButtonTextHover&quot;:{&quot;color&quot;:&quot;#DADADA&quot;,&quot;opacity&quot;:1,&quot;type&quot;:&quot;SOLID&quot;}},&quot;controlPanel&quot;:{&quot;navigationMode&quot;:&quot;bySlides&quot;,&quot;progressBar&quot;:{&quot;enabled&quot;:true,&quot;mode&quot;:&quot;presentationTimeline&quot;,&quot;showLabels&quot;:true,&quot;visible&quot;:true},&quot;showCCButton&quot;:true,&quot;showNextButton&quot;:true,&quot;showOutline&quot;:false,&quot;showPlayPause&quot;:true,&quot;showPlaybackRateButton&quot;:true,&quot;showPrevButton&quot;:true,&quot;showRewind&quot;:true,&quot;showSlideNumbers&quot;:true,&quot;showSlideOnlyButton&quot;:true,&quot;showVolumeControl&quot;:true,&quot;visible&quot;:true},&quot;fontFamily&quot;:&quot;Arial&quot;,&quot;miniskinCustomizationEnabled&quot;:true,&quot;outlinePanel&quot;:{&quot;highlightViewedEntries&quot;:false,&quot;multilevel&quot;:true,&quot;numberEntries&quot;:true,&quot;search&quot;:true,&quot;thumbnails&quot;:true},&quot;sidePanel&quot;:{&quot;showAtLeft&quot;:false,&quot;showLogo&quot;:false,&quot;showNotes&quot;:false,&quot;showOutline&quot;:false,&quot;showPresenterInfo&quot;:false,&quot;showPresenterVideo&quot;:false,&quot;visible&quot;:false},&quot;titlePanel&quot;:{&quot;buttons&quot;:[&quot;markerTools&quot;,&quot;outline&quot;],&quot;buttonsAtLeft&quot;:false,&quot;courseTitleVisible&quot;:true,&quot;showLogo&quot;:false,&quot;visible&quot;:true},&quot;version&quot;:&quot;1.0&quot;},&quot;skinMessages&quot;:{&quot;PB_ACCESSIBLE_ARIA_LABEL_BACK_TO_BEGIN&quot;:&quot;Go to the beginning of the slide&quot;,&quot;PB_ACCESSIBLE_ARIA_LABEL_BOTTOM_PANEL&quot;:&quot;Bottom Bar&quot;,&quot;PB_ACCESSIBLE_ARIA_LABEL_NAVIGATION_BUTTONS&quot;:&quot;Navigation buttons&quot;,&quot;PB_ACCESSIBLE_ARIA_LABEL_SETTINGS&quot;:&quot;Accessibility Settings&quot;,&quot;PB_ACCESSIBLE_ARIA_LABEL_SLIDE&quot;:&quot;Slide&quot;,&quot;PB_ACCESSIBLE_ARIA_LABEL_TOP_PANEL&quot;:&quot;Top Bar&quot;,&quot;PB_ACCESSIBLE_AUDIO_NARRATION_LABEL&quot;:&quot;Audio narration&quot;,&quot;PB_ACCESSIBLE_NAVIGATION_NEXT_BUTTON&quot;:&quot;Next&quot;,&quot;PB_ACCESSIBLE_NAVIGATION_PREV_BUTTON&quot;:&quot;Previous&quot;,&quot;PB_ACCESSIBLE_SKIN_ENABLE_ACCESSIBILITY_MODE&quot;:&quot;Turn on accessibility mode&quot;,&quot;PB_ACCESSIBLE_SKIN_ENABLE_NORMAL_MODE&quot;:&quot;Turn off accessibility mode&quot;,&quot;PB_ACCESSIBLE_SKIN_PRESENTER_PHOTO&quot;:&quot;Presenter photo&quot;,&quot;PB_ACCESSIBLE_SLIDE_N_OF_COUNT&quot;:&quot;Slide %SLIDE_NUMBER% of %TOTAL_SLIDES%&quot;,&quot;PB_ACCESSIBLE_VIDEO_NARRATION_LABEL&quot;:&quot;Video narration&quot;,&quot;PB_ACCESSIBLE_WATERMARK_SKIN_CREATED_WITH&quot;:&quot;Created with iSpring evaluation version&quot;,&quot;PB_ATTACHMENT_DOCUMENT_SUBTITLE&quot;:&quot;Document&quot;,&quot;PB_ATTACHMENT_FILE_SUBTITLE&quot;:&quot;File&quot;,&quot;PB_ATTACHMENT_IMAGE_SUBTITLE&quot;:&quot;Picture&quot;,&quot;PB_ATTACHMENT_LINK_SUBTITLE&quot;:&quot;Link&quot;,&quot;PB_ATTACHMENT_VIDEO_SUBTITLE&quot;:&quot;Video&quot;,&quot;PB_BACK_TO_APP_BUTTON_LABEL&quot;:&quot;Go back&quot;,&quot;PB_CC_MENU_OFF&quot;:&quot;Off&quot;,&quot;PB_CC_MENU_ON&quot;:&quot;On&quot;,&quot;PB_CC_MENU_TITLE&quot;:&quot;Notes&quot;,&quot;PB_CONTROL_PANEL_EXIT_FULL_SCREEN&quot;:&quot;Exit full screen&quot;,&quot;PB_CONTROL_PANEL_FULL_SCREEN&quot;:&quot;Full screen&quot;,&quot;PB_CONTROL_PANEL_NEXT&quot;:&quot;Next&quot;,&quot;PB_CONTROL_PANEL_OUTLINE&quot;:&quot;Outline&quot;,&quot;PB_CONTROL_PANEL_PREV&quot;:&quot;&quot;,&quot;PB_CONTROL_PANEL_REPLAY&quot;:&quot;Replay&quot;,&quot;PB_CONTROL_PANEL_SLIDE_COUNTER&quot;:&quot;%SLIDE_NUMBER% of %TOTAL_SLIDES%&quot;,&quot;PB_CONTROL_PANEL_VOLUME_CONTROL&quot;:&quot;Volume&quot;,&quot;PB_CURRENT_SLIDE_IS_NOT_COMPLETED&quot;:&quot;Complete the slide to go to the next one.&quot;,&quot;PB_DOMAIN_RESTRICTION&quot;:&quot;Sorry, the content author has prohibited sharing the presentation on this domain.&quot;,&quot;PB_DRAWING_TOOLS_END_DRAWING&quot;:&quot;Finish drawing&quot;,&quot;PB_DRAWING_TOOLS_ERASER&quot;:&quot;Eraser&quot;,&quot;PB_DRAWING_TOOLS_ERASE_ALL&quot;:&quot;Erase all&quot;,&quot;PB_DRAWING_TOOLS_HIGHLIGHTER&quot;:&quot;Highlighter&quot;,&quot;PB_DRAWING_TOOLS_PEN&quot;:&quot;Pen&quot;,&quot;PB_ENTER_PASSWORD&quot;:&quot;Enter the password to view this presentation.&quot;,&quot;PB_INCORRECT_PASSWORD&quot;:&quot;Incorrect password.&quot;,&quot;PB_INTERACTION_SLIDE_WINDOW_TEXT&quot;:&quot;To advance to the next slide, complete this interaction.&quot;,&quot;PB_MESSAGE_BOX_NO&quot;:&quot;No&quot;,&quot;PB_MESSAGE_BOX_OK&quot;:&quot;OK&quot;,&quot;PB_MESSAGE_BOX_YES&quot;:&quot;Yes&quot;,&quot;PB_NAVIGATION_IS_RESTRICTED&quot;:&quot;You can only view slides in order.&quot;,&quot;PB_NAVIGATION_IS_SEQUENTIAL&quot;:&quot;You can only view slides in order.&quot;,&quot;PB_PLAYBACK_RATE_MENU_CAPTION&quot;:&quot;Speed&quot;,&quot;PB_PRECEDING_QUIZ_FAILED_WINDOW_TEXT&quot;:&quot;You haven't passed the quiz on slide %SLIDE_INDEX% and can't advance to the next slide.&quot;,&quot;PB_PRECEDING_QUIZ_NOT_COMPLETED_WINDOW_TEXT&quot;:&quot;To advance to this slide, complete the quiz on slide %SLIDE_INDEX%.&quot;,&quot;PB_PRECEDING_QUIZ_NOT_PASSED_WINDOW_TEXT&quot;:&quot;To advance to this slide, you need to pass the quiz on slide %SLIDE_INDEX%.&quot;,&quot;PB_PRECEDING_SCENARIO_FAILED_WINDOW_TEXT&quot;:&quot;You haven't passed the role-play on slide %SLIDE_INDEX% and can't advance to the next slide.&quot;,&quot;PB_PRECEDING_SCENARIO_NOT_COMPLETED_WINDOW_TEXT&quot;:&quot;To advance to this slide, complete the role-play on slide %SLIDE_INDEX%.&quot;,&quot;PB_PRECEDING_SCENARIO_NOT_PASSED_WINDOW_TEXT&quot;:&quot;To advance to this slide, you need to pass the role-play on slide %SLIDE_INDEX%.&quot;,&quot;PB_PRESENTER_COLLAPSE_BIO&quot;:&quot;Show less&quot;,&quot;PB_PRESENTER_EMAIL&quot;:&quot;Email&quot;,&quot;PB_PRESENTER_EXPAND_BIO&quot;:&quot;Show more&quot;,&quot;PB_PRESENTER_NO_INFO&quot;:&quot;No presenter info.&quot;,&quot;PB_PRESENTER_WEBSITE&quot;:&quot;Website&quot;,&quot;PB_QUIZ_SLIDE_WINDOW_TEXT&quot;:&quot;To advance to the next slide, complete this quiz.&quot;,&quot;PB_RATE_MENU_CAPTION&quot;:&quot;Speed&quot;,&quot;PB_RATE_MENU_DEFAULT_RATE&quot;:&quot;Normal&quot;,&quot;PB_RESUME_PRESENTATION_WINDOW_TEXT&quot;:&quot;Do you want to resume where you left off?&quot;,&quot;PB_SCENARIO_SLIDE_WINDOW_TEXT&quot;:&quot;To advance to the next slide, complete this role-play.&quot;,&quot;PB_SEARCH_CANCEL&quot;:&quot;Cancel&quot;,&quot;PB_SEARCH_NO_RESULTS_LABEL&quot;:&quot;No matches found.&quot;,&quot;PB_SEARCH_PANEL_DEFAULT_TEXT&quot;:&quot;Search…&quot;,&quot;PB_SEARCH_RESULTS_LABEL&quot;:&quot;Search results&quot;,&quot;PB_SEARCH_RESULT_IN_NOTES&quot;:&quot;in notes&quot;,&quot;PB_SEARCH_RESULT_IN_TEXT_LABEL&quot;:&quot;in slide&quot;,&quot;PB_SUBTITLES_MENU_CAPTION&quot;:&quot;Subtitles&quot;,&quot;PB_SUBTITLES_OFF&quot;:&quot;Off&quot;,&quot;PB_TAB_NOTES_LABEL&quot;:&quot;Notes&quot;,&quot;PB_TAB_OUTLINE_LABEL&quot;:&quot;Slides&quot;,&quot;PB_TIME_RESTRICTION&quot;:&quot;Sorry, the content author has prohibited viewing the presentation at this time.&quot;,&quot;PB_TITLE_PANEL_ATTACHMENTS&quot;:&quot;Resources&quot;,&quot;PB_TITLE_PANEL_MARKER_TOOLS&quot;:&quot;Drawing&quot;,&quot;PB_TITLE_PANEL_NOTES&quot;:&quot;Notes&quot;,&quot;PB_TITLE_PANEL_OUTLINE&quot;:&quot;Outline&quot;,&quot;PB_TITLE_PANEL_PRESENTER_INFO&quot;:&quot;Presenter Info&quot;,&quot;PB_TREE_CONTROL_LOADING&quot;:&quot;Loading…&quot;,&quot;PB_VIDEO_WINDOW_NO_VIDEO_LABEL&quot;:&quot;No video&quot;},&quot;playbackAndNavigationSettings&quot;:{&quot;autoStart&quot;:true,&quot;saveAnimationStates&quot;:true,&quot;loopPresentation&quot;:false,&quot;autoPlayAnimations&quot;:false,&quot;autoPlayAnimationsTime&quot;:1,&quot;navigationType&quot;:&quot;LIMITED&quot;,&quot;resumeMode&quot;:&quot;PROMPT&quot;,&quot;enableKeyboardNavigation&quot;:true},&quot;keyboardSettings&quot;:&quot;&quot;,&quot;skinVersion&quot;:2,&quot;skinCompatibleVersion&quot;:0,&quot;publishSettings&quot;:{&quot;backgroundColor&quot;:&quot;#DCDEE0&quot;,&quot;playerDimensions&quot;:{&quot;height&quot;:144,&quot;width&quot;:16},&quot;playerModule&quot;:&quot;UniversalHtml&quot;,&quot;presentationContent&quot;:{&quot;metadata&quot;:{&quot;references&quot;:false,&quot;texts&quot;:[&quot;DT_COURSE_TITLE&quot;,&quot;DT_SLIDE_NOTES_HTML&quot;,&quot;DT_SLIDE_NOTES_TEXT&quot;,&quot;DT_SLIDE_TITLE&quot;,&quot;DT_SLIDE_NOTES_TEXT&quot;,&quot;DT_SLIDE_TEXT&quot;,&quot;DT_HYPERLINK_TOOLTIP&quot;]},&quot;resources&quot;:{&quot;attachments&quot;:false,&quot;fonts&quot;:[{&quot;charsets&quot;:{&quot;dynamicFormatted&quot;:[&quot;DCT_SLIDE_NOTES_TEXT&quot;,&quot;DCT_INTERACTIVITY_TEXT&quot;,&quot;DCT_INTERACTIVITY_SEMIBOLD_TEXT&quot;],&quot;dynamicPlain&quot;:[&quot;DCT_COURSE_TITLE&quot;,&quot;DCT_SLIDE_TITLE&quot;,&quot;DCT_SLIDE_NOTES_TEXT&quot;,&quot;DCT_SLIDE_TEXT&quot;,&quot;DCT_HYPERLINK_TOOLTIP&quot;],&quot;static&quot;:[&quot;Drawing&quot;,&quot;Pen&quot;,&quot;Highlighter&quot;,&quot;Eraser&quot;,&quot;Erase all&quot;,&quot;Finish drawing&quot;,&quot;Slides&quot;,&quot;Outline&quot;,&quot;Search…&quot;,&quot;in slide&quot;,&quot;Search results&quot;,&quot;No matches found.&quot;,&quot;in notes&quot;,&quot;Cancel&quot;,&quot;Next&quot;,&quot;Full screen&quot;,&quot;Exit full screen&quot;,&quot;0123456789.,x&quot;,&quot;Speed&quot;,&quot;Normal&quot;,&quot;Volume&quot;,&quot;Replay&quot;,&quot;%SLIDE_NUMBER% of %TOTAL_SLIDES%&quot;,&quot;Yes&quot;,&quot;No&quot;,&quot;OK&quot;,&quot;Do you want to resume where you left off?&quot;,&quot;Complete the slide to go to the next one.&quot;,&quot;You can only view slides in order.&quot;,&quot;To advance to the next slide, complete this quiz.&quot;,&quot;To advance to this slide, you need to pass the quiz on slide %SLIDE_INDEX%.&quot;,&quot;To advance to this slide, complete the quiz on slide %SLIDE_INDEX%.&quot;,&quot;You haven't passed the quiz on slide %SLIDE_INDEX% and can't advance to the next slide.&quot;,&quot;To advance to the next slide, complete this interaction.&quot;,&quot;To advance to the next slide, complete this role-play.&quot;,&quot;To advance to this slide, you need to pass the role-play on slide %SLIDE_INDEX%.&quot;,&quot;To advance to this slide, complete the role-play on slide %SLIDE_INDEX%.&quot;,&quot;You haven't passed the role-play on slide %SLIDE_INDEX% and can't advance to the next slide.&quot;,&quot;Enter the password to view this presentation.&quot;,&quot;Incorrect password.&quot;,&quot;Sorry, the content author has prohibited sharing the presentation on this domain.&quot;,&quot;Sorry, the content author has prohibited viewing the presentation at this time.&quot;,&quot;Go back&quot;]},&quot;embedName&quot;:&quot;PFn&quot;,&quot;fontFamily&quot;:&quot;Arial&quot;,&quot;isBold&quot;:false,&quot;isItalic&quot;:false,&quot;isSemibold&quot;:false,&quot;substituteFontFamily&quot;:&quot;Arial&quot;},{&quot;charsets&quot;:{&quot;dynamicFormatted&quot;:[&quot;DCT_SLIDE_NOTES_TEXT&quot;,&quot;DCT_INTERACTIVITY_TEXT&quot;,&quot;DCT_INTERACTIVITY_SEMIBOLD_TEXT&quot;],&quot;dynamicPlain&quot;:[&quot;DCT_COURSE_TITLE&quot;,&quot;DCT_SLIDE_TITLE&quot;,&quot;DCT_SLIDE_NOTES_TEXT&quot;,&quot;DCT_SLIDE_TEXT&quot;,&quot;DCT_HYPERLINK_TOOLTIP&quot;],&quot;static&quot;:[&quot;Drawing&quot;,&quot;Pen&quot;,&quot;Highlighter&quot;,&quot;Eraser&quot;,&quot;Erase all&quot;,&quot;Finish drawing&quot;,&quot;Slides&quot;,&quot;Outline&quot;,&quot;Search…&quot;,&quot;in slide&quot;,&quot;Search results&quot;,&quot;No matches found.&quot;,&quot;in notes&quot;,&quot;Cancel&quot;,&quot;Next&quot;,&quot;Full screen&quot;,&quot;Exit full screen&quot;,&quot;0123456789.,x&quot;,&quot;Speed&quot;,&quot;Normal&quot;,&quot;Volume&quot;,&quot;Replay&quot;,&quot;%SLIDE_NUMBER% of %TOTAL_SLIDES%&quot;,&quot;Yes&quot;,&quot;No&quot;,&quot;OK&quot;,&quot;Do you want to resume where you left off?&quot;,&quot;Complete the slide to go to the next one.&quot;,&quot;You can only view slides in order.&quot;,&quot;To advance to the next slide, complete this quiz.&quot;,&quot;To advance to this slide, you need to pass the quiz on slide %SLIDE_INDEX%.&quot;,&quot;To advance to this slide, complete the quiz on slide %SLIDE_INDEX%.&quot;,&quot;You haven't passed the quiz on slide %SLIDE_INDEX% and can't advance to the next slide.&quot;,&quot;To advance to the next slide, complete this interaction.&quot;,&quot;To advance to the next slide, complete this role-play.&quot;,&quot;To advance to this slide, you need to pass the role-play on slide %SLIDE_INDEX%.&quot;,&quot;To advance to this slide, complete the role-play on slide %SLIDE_INDEX%.&quot;,&quot;You haven't passed the role-play on slide %SLIDE_INDEX% and can't advance to the next slide.&quot;,&quot;Enter the password to view this presentation.&quot;,&quot;Incorrect password.&quot;,&quot;Sorry, the content author has prohibited sharing the presentation on this domain.&quot;,&quot;Sorry, the content author has prohibited viewing the presentation at this time.&quot;,&quot;Go back&quot;]},&quot;embedName&quot;:&quot;PFnb&quot;,&quot;fontFamily&quot;:&quot;Arial&quot;,&quot;isBold&quot;:true,&quot;isItalic&quot;:false,&quot;isSemibold&quot;:false,&quot;substituteFontFamily&quot;:&quot;Arial&quot;},{&quot;charsets&quot;:{&quot;dynamicFormatted&quot;:[&quot;DCT_SLIDE_NOTES_TEXT&quot;,&quot;DCT_INTERACTIVITY_TEXT&quot;,&quot;DCT_INTERACTIVITY_SEMIBOLD_TEXT&quot;],&quot;dynamicPlain&quot;:[&quot;DCT_COURSE_TITLE&quot;,&quot;DCT_SLIDE_TITLE&quot;,&quot;DCT_SLIDE_NOTES_TEXT&quot;,&quot;DCT_SLIDE_TEXT&quot;,&quot;DCT_HYPERLINK_TOOLTIP&quot;],&quot;static&quot;:[&quot;Drawing&quot;,&quot;Pen&quot;,&quot;Highlighter&quot;,&quot;Eraser&quot;,&quot;Erase all&quot;,&quot;Finish drawing&quot;,&quot;Slides&quot;,&quot;Outline&quot;,&quot;Search…&quot;,&quot;in slide&quot;,&quot;Search results&quot;,&quot;No matches found.&quot;,&quot;in notes&quot;,&quot;Cancel&quot;,&quot;Next&quot;,&quot;Full screen&quot;,&quot;Exit full screen&quot;,&quot;0123456789.,x&quot;,&quot;Speed&quot;,&quot;Normal&quot;,&quot;Volume&quot;,&quot;Replay&quot;,&quot;%SLIDE_NUMBER% of %TOTAL_SLIDES%&quot;,&quot;Yes&quot;,&quot;No&quot;,&quot;OK&quot;,&quot;Do you want to resume where you left off?&quot;,&quot;Complete the slide to go to the next one.&quot;,&quot;You can only view slides in order.&quot;,&quot;To advance to the next slide, complete this quiz.&quot;,&quot;To advance to this slide, you need to pass the quiz on slide %SLIDE_INDEX%.&quot;,&quot;To advance to this slide, complete the quiz on slide %SLIDE_INDEX%.&quot;,&quot;You haven't passed the quiz on slide %SLIDE_INDEX% and can't advance to the next slide.&quot;,&quot;To advance to the next slide, complete this interaction.&quot;,&quot;To advance to the next slide, complete this role-play.&quot;,&quot;To advance to this slide, you need to pass the role-play on slide %SLIDE_INDEX%.&quot;,&quot;To advance to this slide, complete the role-play on slide %SLIDE_INDEX%.&quot;,&quot;You haven't passed the role-play on slide %SLIDE_INDEX% and can't advance to the next slide.&quot;,&quot;Enter the password to view this presentation.&quot;,&quot;Incorrect password.&quot;,&quot;Sorry, the content author has prohibited sharing the presentation on this domain.&quot;,&quot;Sorry, the content author has prohibited viewing the presentation at this time.&quot;,&quot;Go back&quot;]},&quot;embedName&quot;:&quot;PFni&quot;,&quot;fontFamily&quot;:&quot;Arial&quot;,&quot;isBold&quot;:false,&quot;isItalic&quot;:true,&quot;isSemibold&quot;:false,&quot;substituteFontFamily&quot;:&quot;Arial&quot;},{&quot;charsets&quot;:{&quot;dynamicFormatted&quot;:[&quot;DCT_SLIDE_NOTES_TEXT&quot;,&quot;DCT_INTERACTIVITY_TEXT&quot;,&quot;DCT_INTERACTIVITY_SEMIBOLD_TEXT&quot;],&quot;dynamicPlain&quot;:[&quot;DCT_COURSE_TITLE&quot;,&quot;DCT_SLIDE_TITLE&quot;,&quot;DCT_SLIDE_NOTES_TEXT&quot;,&quot;DCT_SLIDE_TEXT&quot;,&quot;DCT_HYPERLINK_TOOLTIP&quot;],&quot;static&quot;:[&quot;Drawing&quot;,&quot;Pen&quot;,&quot;Highlighter&quot;,&quot;Eraser&quot;,&quot;Erase all&quot;,&quot;Finish drawing&quot;,&quot;Slides&quot;,&quot;Outline&quot;,&quot;Search…&quot;,&quot;in slide&quot;,&quot;Search results&quot;,&quot;No matches found.&quot;,&quot;in notes&quot;,&quot;Cancel&quot;,&quot;Next&quot;,&quot;Full screen&quot;,&quot;Exit full screen&quot;,&quot;0123456789.,x&quot;,&quot;Speed&quot;,&quot;Normal&quot;,&quot;Volume&quot;,&quot;Replay&quot;,&quot;%SLIDE_NUMBER% of %TOTAL_SLIDES%&quot;,&quot;Yes&quot;,&quot;No&quot;,&quot;OK&quot;,&quot;Do you want to resume where you left off?&quot;,&quot;Complete the slide to go to the next one.&quot;,&quot;You can only view slides in order.&quot;,&quot;To advance to the next slide, complete this quiz.&quot;,&quot;To advance to this slide, you need to pass the quiz on slide %SLIDE_INDEX%.&quot;,&quot;To advance to this slide, complete the quiz on slide %SLIDE_INDEX%.&quot;,&quot;You haven't passed the quiz on slide %SLIDE_INDEX% and can't advance to the next slide.&quot;,&quot;To advance to the next slide, complete this interaction.&quot;,&quot;To advance to the next slide, complete this role-play.&quot;,&quot;To advance to this slide, you need to pass the role-play on slide %SLIDE_INDEX%.&quot;,&quot;To advance to this slide, complete the role-play on slide %SLIDE_INDEX%.&quot;,&quot;You haven't passed the role-play on slide %SLIDE_INDEX% and can't advance to the next slide.&quot;,&quot;Enter the password to view this presentation.&quot;,&quot;Incorrect password.&quot;,&quot;Sorry, the content author has prohibited sharing the presentation on this domain.&quot;,&quot;Sorry, the content author has prohibited viewing the presentation at this time.&quot;,&quot;Go back&quot;]},&quot;embedName&quot;:&quot;PFnbi&quot;,&quot;fontFamily&quot;:&quot;Arial&quot;,&quot;isBold&quot;:true,&quot;isItalic&quot;:true,&quot;isSemibold&quot;:false,&quot;substituteFontFamily&quot;:&quot;Arial&quot;},{&quot;charsets&quot;:{&quot;dynamicFormatted&quot;:[&quot;DCT_SLIDE_NOTES_TEXT&quot;,&quot;DCT_INTERACTIVITY_TEXT&quot;,&quot;DCT_INTERACTIVITY_SEMIBOLD_TEXT&quot;],&quot;dynamicPlain&quot;:[&quot;DCT_COURSE_TITLE&quot;,&quot;DCT_SLIDE_TITLE&quot;,&quot;DCT_SLIDE_NOTES_TEXT&quot;,&quot;DCT_SLIDE_TEXT&quot;,&quot;DCT_HYPERLINK_TOOLTIP&quot;],&quot;static&quot;:[&quot;Drawing&quot;,&quot;Pen&quot;,&quot;Highlighter&quot;,&quot;Eraser&quot;,&quot;Erase all&quot;,&quot;Finish drawing&quot;,&quot;Slides&quot;,&quot;Outline&quot;,&quot;Search…&quot;,&quot;in slide&quot;,&quot;Search results&quot;,&quot;No matches found.&quot;,&quot;in notes&quot;,&quot;Cancel&quot;,&quot;Next&quot;,&quot;Full screen&quot;,&quot;Exit full screen&quot;,&quot;0123456789.,x&quot;,&quot;Speed&quot;,&quot;Normal&quot;,&quot;Volume&quot;,&quot;Replay&quot;,&quot;%SLIDE_NUMBER% of %TOTAL_SLIDES%&quot;,&quot;Yes&quot;,&quot;No&quot;,&quot;OK&quot;,&quot;Do you want to resume where you left off?&quot;,&quot;Complete the slide to go to the next one.&quot;,&quot;You can only view slides in order.&quot;,&quot;To advance to the next slide, complete this quiz.&quot;,&quot;To advance to this slide, you need to pass the quiz on slide %SLIDE_INDEX%.&quot;,&quot;To advance to this slide, complete the quiz on slide %SLIDE_INDEX%.&quot;,&quot;You haven't passed the quiz on slide %SLIDE_INDEX% and can't advance to the next slide.&quot;,&quot;To advance to the next slide, complete this interaction.&quot;,&quot;To advance to the next slide, complete this role-play.&quot;,&quot;To advance to this slide, you need to pass the role-play on slide %SLIDE_INDEX%.&quot;,&quot;To advance to this slide, complete the role-play on slide %SLIDE_INDEX%.&quot;,&quot;You haven't passed the role-play on slide %SLIDE_INDEX% and can't advance to the next slide.&quot;,&quot;Enter the password to view this presentation.&quot;,&quot;Incorrect password.&quot;,&quot;Sorry, the content author has prohibited sharing the presentation on this domain.&quot;,&quot;Sorry, the content author has prohibited viewing the presentation at this time.&quot;,&quot;Go back&quot;]},&quot;embedName&quot;:&quot;PFnsb&quot;,&quot;fontFamily&quot;:&quot;Arial&quot;,&quot;isBold&quot;:false,&quot;isItalic&quot;:false,&quot;isSemibold&quot;:true,&quot;substituteFontFamily&quot;:&quot;Arial&quot;},{&quot;charsets&quot;:{&quot;dynamicFormatted&quot;:[&quot;DCT_SLIDE_NOTES_TEXT&quot;,&quot;DCT_INTERACTIVITY_TEXT&quot;,&quot;DCT_INTERACTIVITY_SEMIBOLD_TEXT&quot;],&quot;dynamicPlain&quot;:[&quot;DCT_COURSE_TITLE&quot;,&quot;DCT_SLIDE_TITLE&quot;,&quot;DCT_SLIDE_NOTES_TEXT&quot;,&quot;DCT_SLIDE_TEXT&quot;,&quot;DCT_HYPERLINK_TOOLTIP&quot;],&quot;static&quot;:[&quot;Drawing&quot;,&quot;Pen&quot;,&quot;Highlighter&quot;,&quot;Eraser&quot;,&quot;Erase all&quot;,&quot;Finish drawing&quot;,&quot;Slides&quot;,&quot;Outline&quot;,&quot;Search…&quot;,&quot;in slide&quot;,&quot;Search results&quot;,&quot;No matches found.&quot;,&quot;in notes&quot;,&quot;Cancel&quot;,&quot;Next&quot;,&quot;Full screen&quot;,&quot;Exit full screen&quot;,&quot;0123456789.,x&quot;,&quot;Speed&quot;,&quot;Normal&quot;,&quot;Volume&quot;,&quot;Replay&quot;,&quot;%SLIDE_NUMBER% of %TOTAL_SLIDES%&quot;,&quot;Yes&quot;,&quot;No&quot;,&quot;OK&quot;,&quot;Do you want to resume where you left off?&quot;,&quot;Complete the slide to go to the next one.&quot;,&quot;You can only view slides in order.&quot;,&quot;To advance to the next slide, complete this quiz.&quot;,&quot;To advance to this slide, you need to pass the quiz on slide %SLIDE_INDEX%.&quot;,&quot;To advance to this slide, complete the quiz on slide %SLIDE_INDEX%.&quot;,&quot;You haven't passed the quiz on slide %SLIDE_INDEX% and can't advance to the next slide.&quot;,&quot;To advance to the next slide, complete this interaction.&quot;,&quot;To advance to the next slide, complete this role-play.&quot;,&quot;To advance to this slide, you need to pass the role-play on slide %SLIDE_INDEX%.&quot;,&quot;To advance to this slide, complete the role-play on slide %SLIDE_INDEX%.&quot;,&quot;You haven't passed the role-play on slide %SLIDE_INDEX% and can't advance to the next slide.&quot;,&quot;Enter the password to view this presentation.&quot;,&quot;Incorrect password.&quot;,&quot;Sorry, the content author has prohibited sharing the presentation on this domain.&quot;,&quot;Sorry, the content author has prohibited viewing the presentation at this time.&quot;,&quot;Go back&quot;]},&quot;embedName&quot;:&quot;PFnsbi&quot;,&quot;fontFamily&quot;:&quot;Arial&quot;,&quot;isBold&quot;:false,&quot;isItalic&quot;:true,&quot;isSemibold&quot;:true,&quot;substituteFontFamily&quot;:&quot;Arial&quot;}],&quot;interactivity&quot;:{&quot;fullSupport&quot;:true},&quot;slideThumbnails&quot;:{&quot;enlargeToFit&quot;:false,&quot;height&quot;:59,&quot;jpegQuality&quot;:100,&quot;keepAspectRatio&quot;:true,&quot;width&quot;:78}}}},&quot;ceipData&quot;:{&quot;enableMiniSkinCustomization&quot;:true,&quot;playerLayout&quot;:&quot;custom&quot;,&quot;playerLayoutFooter&quot;:&quot;playAndPause,acceleration,notes,replay,fullscreen,volumeControl,slideNumber,goToPrev,goToNext&quot;,&quot;playerLayoutHeader&quot;:&quot;markerTools,outline,title&quot;,&quot;playerLayoutHeaderButtonsPosition&quot;:&quot;right&quot;,&quot;playerLayoutOutline&quot;:&quot;enableSearch,showThumbnails,showSlideNumber,enableMultilevel&quot;,&quot;playerLayoutProgress&quot;:&quot;enabledNavigation,showLabels&quot;,&quot;playerLayoutProgressMode&quot;:&quot;presentationTimeline&quot;,&quot;playerLayoutSidebar&quot;:&quot;&quot;,&quot;playerLayoutSidebarPosition&quot;:&quot;&quot;,&quot;playerMessages&quot;:&quot;builtin.en&quot;,&quot;playerNavigationAutoStart&quot;:true,&quot;playerNavigationEnableKeyboardNavigation&quot;:true,&quot;playerNavigationMode&quot;:&quot;bySlides&quot;,&quot;playerNavigationOnRestart&quot;:&quot;prompt&quot;,&quot;playerNavigationSaveAnimationStates&quot;:true,&quot;playerNavigationType&quot;:&quot;restricted&quot;,&quot;playerTheme&quot;:&quot;custom&quot;,&quot;playerThemeBorderRadius&quot;:10,&quot;playerThemeColorScheme&quot;:&quot;builtin.darkBlue&quot;,&quot;playerThemeFont&quot;:&quot;Arial&quot;}}}"/>
  <p:tag name="ISPRING_LMS_API_VERSION" val="SCORM 2004 (4th edition)"/>
  <p:tag name="ISPRING_ULTRA_SCORM_COURSE_ID" val="D6139102-A9F2-4CC7-AB65-DE1CB8A34EE4"/>
  <p:tag name="ISPRING_CMI5_LAUNCH_METHOD" val="any window"/>
  <p:tag name="ISPRINGCLOUDFOLDERID" val="1"/>
  <p:tag name="ISPRINGONLINEFOLDERID" val="1"/>
  <p:tag name="ISPRING_SCORM_RATE_SLIDES" val="0"/>
  <p:tag name="ISPRING_SCORM_RATE_QUIZZES" val="0"/>
  <p:tag name="ISPRING_SCORM_PASSING_SCORE" val="0.000000"/>
  <p:tag name="ISPRING_PRESENTATION_TITLE" val="Module 3 Human Error &amp; Reliability 2024"/>
  <p:tag name="ISPRING_SCREEN_RECS_UPDATED" val="C:\iSpring\Module 3 Human Error\Module 03 - Human Error and Reliability\Module 3 Human Error &amp; Reliability 2024"/>
  <p:tag name="ISPRING_RESOURCE_FOLDER" val="C:\iSpring\Module 3 Human Error\Module 03 - Human Error and Reliability\Module 3 Human Error &amp; Reliability 2024"/>
  <p:tag name="ISPRING_PRESENTATION_PATH" val="C:\iSpring\Module 3 Human Error\Module 03 - Human Error and Reliability\Module 3 Human Error &amp; Reliability 2024.pptx"/>
  <p:tag name="ISPRING_RESOURCE_FOLDER_TIP_DIALOG_SHOWN" val="1"/>
  <p:tag name="ISPRING_SCORM_REPORT_STATUS" val="0"/>
  <p:tag name="ISPRING_SCORM_ENDPOINT" val="&lt;endpoint&gt;&lt;enable&gt;0&lt;/enable&gt;&lt;lrs&gt;https://&lt;/lrs&gt;&lt;auth&gt;0&lt;/auth&gt;&lt;login&gt;&lt;/login&gt;&lt;password&gt;&lt;/password&gt;&lt;key&gt;&lt;/key&gt;&lt;name&gt;&lt;/name&gt;&lt;email&gt;&lt;/email&gt;&lt;/endpoint&gt;&#10;"/>
  <p:tag name="ISPRING_OUTPUT_FOLDER" val="[[&quot;\uFFFD\uFFFDj&amp;{0B77F03B-7ACE-48FF-BCD6-EF9B1559841F}&quot;,&quot;C:\\iSpring\\Module 3 Human Error\\Module 03 - Human Error and Reliability&quot;],[&quot;\uFFFD\u001C\uFFFD\uFFFD{1EC8E5F7-2DB5-4175-BDED-AAF8E5905BF7}&quot;,&quot;C:\\iSpring\\Module 03 - Human Error and Reliability\\iSpring\\Module 03 - Human Error and Reliability&quot;]]"/>
  <p:tag name="ISPRING_PUBLISH_SETTINGS" val="{&quot;commonSettings&quot;:{&quot;webSettings&quot;:{&quot;useMobileViewer&quot;:&quot;T_FALSE&quot;},&quot;lmsSettings&quot;:{&quot;useMobileViewer&quot;:&quot;T_FALSE&quot;},&quot;cloudSettings&quot;:{&quot;useMobileViewer&quot;:&quot;T_FALSE&quot;},&quot;ispringLmsSettings&quot;:{&quot;useMobileViewer&quot;:&quot;T_FALSE&quot;},&quot;playerId&quot;:&quot;universal&quot;,&quot;studioSettings&quot;:{&quot;useMobileViewer&quot;:&quot;T_FALSE&quot;}},&quot;advancedSettings&quot;:{&quot;enableTextAllocation&quot;:&quot;T_TRUE&quot;,&quot;viewingFromLocalDrive&quot;:&quot;T_TRUE&quot;,&quot;contentScale&quot;:75,&quot;contentScaleMode&quot;:&quot;FIT_TO_WINDOW&quot;},&quot;accessibilitySettings&quot;:{&quot;enabled&quot;:&quot;T_FALSE&quot;,&quot;invertReadingOrder&quot;:&quot;T_FALSE&quot;},&quot;compressionSettings&quot;:{&quot;imageSettings&quot;:{&quot;jpegQuality&quot;:70,&quot;optimizeImageForResolution&quot;:&quot;T_FALSE&quot;},&quot;audioQuality&quot;:70,&quot;videoQuality&quot;:65},&quot;protectionSettings&quot;:{&quot;watermarkEnabled&quot;:&quot;T_FALSE&quot;,&quot;watermarkPosition&quot;:&quot;MIDDLE_CENTER&quot;,&quot;openWatermarkUrl&quot;:&quot;T_FALSE&quot;,&quot;openWatermarkWebPageInNewWindow&quot;:&quot;T_FALSE&quot;,&quot;displayAfterEnabled&quot;:&quot;T_FALSE&quot;,&quot;displayUntilEnabled&quot;:&quot;T_FALSE&quot;,&quot;domainRestrictionEnabled&quot;:&quot;T_FALSE&quot;,&quot;enablePassword&quot;:&quot;T_FALSE&quot;},&quot;videoSettings&quot;:{&quot;videoCompressionSettings&quot;:{&quot;audioQuality&quot;:70,&quot;videoQuality&quot;:75},&quot;secondsOnEachSlide&quot;:5,&quot;hostingSettings&quot;:{}},&quot;ispringOnlineSettings&quot;:{&quot;onlineDestinationFolderId&quot;:&quot;1&quot;},&quot;cloudSettings&quot;:{&quot;onlineDestinationFolderId&quot;:&quot;1&quot;},&quot;publishDestination&quot;:&quot;LMS&quot;,&quot;wordSettings&quot;:{&quot;printCopies&quot;:1},&quot;studioSettings&quot;:{&quot;onlineDestinationFolderId&quot;:&quot;1&quot;,&quot;uploadSources&quot;:true}}"/>
  <p:tag name="ISPRING_ULTRA_SCORM_SLIDE_COUNT" val="18"/>
  <p:tag name="ISPRING_ULTRA_SCORM_DURATION" val="3600"/>
  <p:tag name="ISPRING_SCORM_USE_GRADE" val="1"/>
  <p:tag name="ISPRING_SCORM_USE_CUSTOM_PASSING_SCORE" val="0"/>
  <p:tag name="ISPRING_TERMINATE_LESSON_ON_TIMEOUT" val="0"/>
  <p:tag name="ISPRING_SHOW_MESSAGE_ON_TIMEOUT" val="0"/>
  <p:tag name="ISPRING-SUITE_ISPRING_CURRENT_GRADING_VERSION" val="v1"/>
  <p:tag name="ISPRING_FIRST_PUBLISH" val="1"/>
  <p:tag name="ISPRING_PRESENTATION_INFO_2" val="&lt;?xml version=&quot;1.0&quot; encoding=&quot;UTF-8&quot; standalone=&quot;no&quot; ?&gt;&#10;&lt;presentation2&gt;&#10;&#10;  &lt;slides&gt;&#10;    &lt;slide id=&quot;{6E33F644-ABE8-48F6-B509-C75CA4610429}&quot; pptId=&quot;286&quot;/&gt;&#10;    &lt;slide id=&quot;{9EA7F71D-93B2-4FA8-B116-02A6364A66C2}&quot; pptId=&quot;268&quot;/&gt;&#10;    &lt;slide id=&quot;{BB039ED7-E59F-45AB-AA3C-4A4C06686C88}&quot; pptId=&quot;269&quot;/&gt;&#10;    &lt;slide id=&quot;{4F451AA9-FA46-41C1-8B55-EEF863E23837}&quot; pptId=&quot;273&quot;/&gt;&#10;    &lt;slide id=&quot;{D722CA37-3759-4A15-BE54-36D839D4F1E8}&quot; pptId=&quot;271&quot;/&gt;&#10;    &lt;slide id=&quot;{596A19EA-9A4F-4D1F-8B0C-A2ADF733F59D}&quot; pptId=&quot;270&quot;/&gt;&#10;    &lt;slide id=&quot;{27078030-2C61-4EA0-943A-A8D201F8867E}&quot; pptId=&quot;272&quot;/&gt;&#10;    &lt;slide id=&quot;{B65C28E6-7D7E-4DCF-83AD-DE8B178A92F2}&quot; pptId=&quot;274&quot;/&gt;&#10;    &lt;slide id=&quot;{BD583FE8-C700-44E2-97F4-431FAB6C6BEF}&quot; pptId=&quot;283&quot;/&gt;&#10;    &lt;slide id=&quot;{725A3568-989B-4BAD-A9B3-472A04962448}&quot; pptId=&quot;281&quot;/&gt;&#10;    &lt;slide id=&quot;{A3DA3D07-8887-4806-B681-6086C6FB8F73}&quot; pptId=&quot;280&quot;/&gt;&#10;    &lt;slide id=&quot;{51D8D9B4-9B38-4B1F-A396-EDDA1CAF2EE5}&quot; pptId=&quot;276&quot;/&gt;&#10;    &lt;slide id=&quot;{25CDCE71-948A-4828-80CF-F5E5A5E80254}&quot; pptId=&quot;282&quot;/&gt;&#10;    &lt;slide id=&quot;{0D323A5A-EBED-455A-B005-D6911D3D6601}&quot; pptId=&quot;275&quot;/&gt;&#10;    &lt;slide id=&quot;{A6244D99-B3E7-4DE3-9692-F772FFAF25D0}&quot; pptId=&quot;278&quot;/&gt;&#10;    &lt;slide id=&quot;{D5729521-B0C7-4424-9CB5-15678502057F}&quot; pptId=&quot;277&quot;/&gt;&#10;    &lt;slide id=&quot;{96BF3D6E-139E-4CCA-A6D8-639C27E2CD05}&quot; pptId=&quot;279&quot;/&gt;&#10;    &lt;slide id=&quot;{24D17384-CB77-42B8-B2DB-DD637AB9B311}&quot; pptId=&quot;284&quot;/&gt;&#10;  &lt;/slides&gt;&#10;&#10;  &lt;narration&gt;&#10;    &lt;audioTracks&gt;&#10;      &lt;audioTrack duration=&quot;58096&quot; muted=&quot;false&quot; name=&quot;2 - Caroline&quot; resource=&quot;5aa8ff1f&quot; slideId=&quot;{9EA7F71D-93B2-4FA8-B116-02A6364A66C2}&quot; startTime=&quot;0&quot; stepIndex=&quot;1&quot; volume=&quot;1&quot;&gt;&#10;        &lt;audio channels=&quot;1&quot; format=&quot;fltp&quot; sampleRate=&quot;44100&quot;/&gt;&#10;      &lt;/audioTrack&gt;&#10;      &lt;audioTrack duration=&quot;35840&quot; muted=&quot;false&quot; name=&quot;3 - Earnest&quot; resource=&quot;31137836&quot; slideId=&quot;{BB039ED7-E59F-45AB-AA3C-4A4C06686C88}&quot; startTime=&quot;0&quot; stepIndex=&quot;1&quot; volume=&quot;1&quot;&gt;&#10;        &lt;audio channels=&quot;1&quot; format=&quot;fltp&quot; sampleRate=&quot;44100&quot;/&gt;&#10;      &lt;/audioTrack&gt;&#10;      &lt;audioTrack duration=&quot;82469&quot; muted=&quot;false&quot; name=&quot;4 - Caroline&quot; resource=&quot;14a162a1&quot; slideId=&quot;{4F451AA9-FA46-41C1-8B55-EEF863E23837}&quot; startTime=&quot;0&quot; stepIndex=&quot;2&quot; volume=&quot;1&quot;&gt;&#10;        &lt;audio channels=&quot;1&quot; format=&quot;fltp&quot; sampleRate=&quot;44100&quot;/&gt;&#10;      &lt;/audioTrack&gt;&#10;      &lt;audioTrack duration=&quot;64313&quot; muted=&quot;false&quot; name=&quot;5 - Earnest&quot; resource=&quot;4de2f499&quot; slideId=&quot;{D722CA37-3759-4A15-BE54-36D839D4F1E8}&quot; startTime=&quot;0&quot; stepIndex=&quot;1&quot; volume=&quot;1&quot;&gt;&#10;        &lt;audio channels=&quot;1&quot; format=&quot;fltp&quot; sampleRate=&quot;44100&quot;/&gt;&#10;      &lt;/audioTrack&gt;&#10;      &lt;audioTrack duration=&quot;19487&quot; muted=&quot;false&quot; name=&quot;6 - Caroline&quot; resource=&quot;a9a80e6f&quot; slideId=&quot;{596A19EA-9A4F-4D1F-8B0C-A2ADF733F59D}&quot; startTime=&quot;0&quot; stepIndex=&quot;1&quot; volume=&quot;1&quot;&gt;&#10;        &lt;audio channels=&quot;1&quot; format=&quot;fltp&quot; sampleRate=&quot;44100&quot;/&gt;&#10;      &lt;/audioTrack&gt;&#10;      &lt;audioTrack duration=&quot;201456&quot; muted=&quot;false&quot; name=&quot;7 - Earnest&quot; resource=&quot;458506cc&quot; slideId=&quot;{27078030-2C61-4EA0-943A-A8D201F8867E}&quot; startTime=&quot;1247&quot; stepIndex=&quot;0&quot; volume=&quot;1&quot;&gt;&#10;        &lt;audio channels=&quot;1&quot; format=&quot;fltp&quot; sampleRate=&quot;44100&quot;/&gt;&#10;      &lt;/audioTrack&gt;&#10;      &lt;audioTrack duration=&quot;54178&quot; muted=&quot;false&quot; name=&quot;8 - Caroline&quot; resource=&quot;260bcd14&quot; slideId=&quot;{B65C28E6-7D7E-4DCF-83AD-DE8B178A92F2}&quot; startTime=&quot;0&quot; stepIndex=&quot;1&quot; volume=&quot;1&quot;&gt;&#10;        &lt;audio channels=&quot;1&quot; format=&quot;fltp&quot; sampleRate=&quot;44100&quot;/&gt;&#10;      &lt;/audioTrack&gt;&#10;      &lt;audioTrack duration=&quot;17554&quot; muted=&quot;false&quot; name=&quot;9 - Earnest&quot; resource=&quot;92367420&quot; slideId=&quot;{BD583FE8-C700-44E2-97F4-431FAB6C6BEF}&quot; startTime=&quot;1656&quot; stepIndex=&quot;0&quot; volume=&quot;1&quot;&gt;&#10;        &lt;audio channels=&quot;1&quot; format=&quot;fltp&quot; sampleRate=&quot;44100&quot;/&gt;&#10;      &lt;/audioTrack&gt;&#10;      &lt;audioTrack duration=&quot;63373&quot; muted=&quot;false&quot; name=&quot;10 - Caroline&quot; resource=&quot;2a11ea15&quot; slideId=&quot;{725A3568-989B-4BAD-A9B3-472A04962448}&quot; startTime=&quot;0&quot; stepIndex=&quot;1&quot; volume=&quot;1&quot;&gt;&#10;        &lt;audio channels=&quot;1&quot; format=&quot;fltp&quot; sampleRate=&quot;44100&quot;/&gt;&#10;      &lt;/audioTrack&gt;&#10;      &lt;audioTrack duration=&quot;102348&quot; muted=&quot;false&quot; name=&quot;11 - Earnest&quot; resource=&quot;2f2f723e&quot; slideId=&quot;{A3DA3D07-8887-4806-B681-6086C6FB8F73}&quot; startTime=&quot;1380&quot; stepIndex=&quot;0&quot; volume=&quot;1&quot;&gt;&#10;        &lt;audio channels=&quot;1&quot; format=&quot;fltp&quot; sampleRate=&quot;44100&quot;/&gt;&#10;      &lt;/audioTrack&gt;&#10;      &lt;audioTrack duration=&quot;54100&quot; muted=&quot;false&quot; name=&quot;12 - Caroline&quot; resource=&quot;84060e41&quot; slideId=&quot;{51D8D9B4-9B38-4B1F-A396-EDDA1CAF2EE5}&quot; startTime=&quot;0&quot; stepIndex=&quot;1&quot; volume=&quot;1&quot;&gt;&#10;        &lt;audio channels=&quot;1&quot; format=&quot;fltp&quot; sampleRate=&quot;44100&quot;/&gt;&#10;      &lt;/audioTrack&gt;&#10;      &lt;audioTrack duration=&quot;31660&quot; muted=&quot;false&quot; name=&quot;13 - Earnest&quot; resource=&quot;a02e0994&quot; slideId=&quot;{25CDCE71-948A-4828-80CF-F5E5A5E80254}&quot; startTime=&quot;1421&quot; stepIndex=&quot;0&quot; volume=&quot;1&quot;&gt;&#10;        &lt;audio channels=&quot;1&quot; format=&quot;fltp&quot; sampleRate=&quot;44100&quot;/&gt;&#10;      &lt;/audioTrack&gt;&#10;      &lt;audioTrack duration=&quot;32627&quot; muted=&quot;false&quot; name=&quot;14 - Caroline&quot; resource=&quot;19b262ac&quot; slideId=&quot;{0D323A5A-EBED-455A-B005-D6911D3D6601}&quot; startTime=&quot;0&quot; stepIndex=&quot;2&quot; volume=&quot;1&quot;&gt;&#10;        &lt;audio channels=&quot;1&quot; format=&quot;fltp&quot; sampleRate=&quot;44100&quot;/&gt;&#10;      &lt;/audioTrack&gt;&#10;      &lt;audioTrack duration=&quot;100676&quot; muted=&quot;false&quot; name=&quot;15 - Earnest&quot; resource=&quot;f873421d&quot; slideId=&quot;{A6244D99-B3E7-4DE3-9692-F772FFAF25D0}&quot; startTime=&quot;0&quot; stepIndex=&quot;1&quot; volume=&quot;1&quot;&gt;&#10;        &lt;audio channels=&quot;1&quot; format=&quot;fltp&quot; sampleRate=&quot;44100&quot;/&gt;&#10;      &lt;/audioTrack&gt;&#10;      &lt;audioTrack duration=&quot;29675&quot; muted=&quot;false&quot; name=&quot;16 - Earnest&quot; resource=&quot;26324671&quot; slideId=&quot;{D5729521-B0C7-4424-9CB5-15678502057F}&quot; startTime=&quot;0&quot; stepIndex=&quot;1&quot; volume=&quot;1&quot;&gt;&#10;        &lt;audio channels=&quot;1&quot; format=&quot;fltp&quot; sampleRate=&quot;44100&quot;/&gt;&#10;      &lt;/audioTrack&gt;&#10;      &lt;audioTrack duration=&quot;25626&quot; muted=&quot;false&quot; name=&quot;17 - Caroline&quot; resource=&quot;cf1da6f2&quot; slideId=&quot;{96BF3D6E-139E-4CCA-A6D8-639C27E2CD05}&quot; startTime=&quot;0&quot; stepIndex=&quot;1&quot; volume=&quot;1&quot;&gt;&#10;        &lt;audio channels=&quot;1&quot; format=&quot;fltp&quot; sampleRate=&quot;44100&quot;/&gt;&#10;      &lt;/audioTrack&gt;&#10;      &lt;audioTrack duration=&quot;5251&quot; muted=&quot;false&quot; name=&quot;Quiz&quot; resource=&quot;629f2a98&quot; slideId=&quot;{24D17384-CB77-42B8-B2DB-DD637AB9B311}&quot; startTime=&quot;1832&quot; stepIndex=&quot;0&quot; volume=&quot;1&quot;&gt;&#10;        &lt;audio channels=&quot;1&quot; format=&quot;fltp&quot; sampleRate=&quot;44100&quot;/&gt;&#10;      &lt;/audioTrack&gt;&#10;    &lt;/audioTracks&gt;&#10;    &lt;videoTracks/&gt;&#10;  &lt;/narration&gt;&#10;&#10;&lt;/presentation2&gt;&#10;"/>
</p:tagLst>
</file>

<file path=ppt/tags/tag2.xml><?xml version="1.0" encoding="utf-8"?>
<p:tagLst xmlns:a="http://schemas.openxmlformats.org/drawingml/2006/main" xmlns:r="http://schemas.openxmlformats.org/officeDocument/2006/relationships" xmlns:p="http://schemas.openxmlformats.org/presentationml/2006/main">
  <p:tag name="ISPRING_SLIDE_INDENT_LEVEL" val="0"/>
  <p:tag name="ISPRING_CUSTOM_TIMING_USED" val="1"/>
  <p:tag name="TIMING" val="|0.001"/>
  <p:tag name="GENSWF_ADVANCE_TIME" val="85.032"/>
  <p:tag name="GENSWF_SLIDE_UID" val="{04F60100-8B2F-47DC-9AF8-A2ECC35ED640}:286"/>
  <p:tag name="ISPRING_SLIDE_ID_2" val="{6E33F644-ABE8-48F6-B509-C75CA4610429}"/>
</p:tagLst>
</file>

<file path=ppt/tags/tag3.xml><?xml version="1.0" encoding="utf-8"?>
<p:tagLst xmlns:a="http://schemas.openxmlformats.org/drawingml/2006/main" xmlns:r="http://schemas.openxmlformats.org/officeDocument/2006/relationships" xmlns:p="http://schemas.openxmlformats.org/presentationml/2006/main">
  <p:tag name="ISPRING_SLIDE_INDENT_LEVEL" val="0"/>
  <p:tag name="GENSWF_ADVANCE_TIME" val="61.234"/>
  <p:tag name="ISPRING_CUSTOM_TIMING_USED" val="1"/>
  <p:tag name="GENSWF_SLIDE_UID" val="{430776A3-642C-4787-85EA-43B23F12ECDA}:268"/>
  <p:tag name="TIMING" val="|1.548|1.548"/>
  <p:tag name="ISPRING_SLIDE_ID_2" val="{9EA7F71D-93B2-4FA8-B116-02A6364A66C2}"/>
</p:tagLst>
</file>

<file path=ppt/tags/tag4.xml><?xml version="1.0" encoding="utf-8"?>
<p:tagLst xmlns:a="http://schemas.openxmlformats.org/drawingml/2006/main" xmlns:r="http://schemas.openxmlformats.org/officeDocument/2006/relationships" xmlns:p="http://schemas.openxmlformats.org/presentationml/2006/main">
  <p:tag name="ISPRING_SLIDE_INDENT_LEVEL" val="0"/>
  <p:tag name="GENSWF_ADVANCE_TIME" val="38.361"/>
  <p:tag name="TIMING" val="|1.359|8.232|8.042|8.429"/>
  <p:tag name="ISPRING_CUSTOM_TIMING_USED" val="1"/>
  <p:tag name="GENSWF_SLIDE_UID" val="{767DBDA0-EA48-4C58-84FA-E626A2A1FA08}:269"/>
  <p:tag name="ISPRING_SLIDE_ID_2" val="{BB039ED7-E59F-45AB-AA3C-4A4C06686C88}"/>
</p:tagLst>
</file>

<file path=ppt/tags/tag5.xml><?xml version="1.0" encoding="utf-8"?>
<p:tagLst xmlns:a="http://schemas.openxmlformats.org/drawingml/2006/main" xmlns:r="http://schemas.openxmlformats.org/officeDocument/2006/relationships" xmlns:p="http://schemas.openxmlformats.org/presentationml/2006/main">
  <p:tag name="ISPRING_SLIDE_INDENT_LEVEL" val="0"/>
  <p:tag name="GENSWF_ADVANCE_TIME" val="84.845"/>
  <p:tag name="TIMING" val="|0.001|1.031|6.582|9.203|61.835"/>
  <p:tag name="ISPRING_CUSTOM_TIMING_USED" val="1"/>
  <p:tag name="GENSWF_SLIDE_UID" val="{4106E4E4-E441-4FCC-8F0B-C62987CB37CF}:273"/>
  <p:tag name="ISPRING_SLIDE_ID_2" val="{4F451AA9-FA46-41C1-8B55-EEF863E23837}"/>
</p:tagLst>
</file>

<file path=ppt/tags/tag6.xml><?xml version="1.0" encoding="utf-8"?>
<p:tagLst xmlns:a="http://schemas.openxmlformats.org/drawingml/2006/main" xmlns:r="http://schemas.openxmlformats.org/officeDocument/2006/relationships" xmlns:p="http://schemas.openxmlformats.org/presentationml/2006/main">
  <p:tag name="ISPRING_CUSTOM_TIMING_USED" val="1"/>
  <p:tag name="ISPRING_SLIDE_INDENT_LEVEL" val="0"/>
  <p:tag name="ISPRING_SLIDE_BRANCHING_PROPERTIES" val="&lt;BranchingProperties&gt;&lt;nextAction&gt;&lt;action&gt;0&lt;/action&gt;&lt;/nextAction&gt;&lt;prevAction&gt;&lt;action&gt;0&lt;/action&gt;&lt;/prevAction&gt;&lt;lock&gt;0&lt;/lock&gt;&lt;/BranchingProperties&gt;&#10;"/>
  <p:tag name="GENSWF_ADVANCE_TIME" val="66.897"/>
  <p:tag name="TIMING" val="|1.065"/>
  <p:tag name="GENSWF_SLIDE_UID" val="{9E06A1B2-EECF-4789-846C-8C8F7DDB2705}:271"/>
  <p:tag name="ISPRING_SLIDE_ID_2" val="{D722CA37-3759-4A15-BE54-36D839D4F1E8}"/>
</p:tagLst>
</file>

<file path=ppt/tags/tag7.xml><?xml version="1.0" encoding="utf-8"?>
<p:tagLst xmlns:a="http://schemas.openxmlformats.org/drawingml/2006/main" xmlns:r="http://schemas.openxmlformats.org/officeDocument/2006/relationships" xmlns:p="http://schemas.openxmlformats.org/presentationml/2006/main">
  <p:tag name="ISPRING_SLIDE_INDENT_LEVEL" val="0"/>
  <p:tag name="GENSWF_ADVANCE_TIME" val="22.149"/>
  <p:tag name="TIMING" val="|1.376|4.689|10.579"/>
  <p:tag name="ISPRING_CUSTOM_TIMING_USED" val="1"/>
  <p:tag name="GENSWF_SLIDE_UID" val="{5E6A8EF5-BCB5-4102-9E09-7A3F317A4774}:270"/>
  <p:tag name="ISPRING_SLIDE_ID_2" val="{596A19EA-9A4F-4D1F-8B0C-A2ADF733F59D}"/>
</p:tagLst>
</file>

<file path=ppt/tags/tag8.xml><?xml version="1.0" encoding="utf-8"?>
<p:tagLst xmlns:a="http://schemas.openxmlformats.org/drawingml/2006/main" xmlns:r="http://schemas.openxmlformats.org/officeDocument/2006/relationships" xmlns:p="http://schemas.openxmlformats.org/presentationml/2006/main">
  <p:tag name="ISPRING_SLIDE_INDENT_LEVEL" val="0"/>
  <p:tag name="GENSWF_ADVANCE_TIME" val="204.214"/>
  <p:tag name="ISPRING_CUSTOM_TIMING_USED" val="1"/>
  <p:tag name="TIMING" val="|3.785|0.56|0.732|1.069|97.385|7.654|41.026"/>
  <p:tag name="GENSWF_SLIDE_UID" val="{4FB40C54-17CA-4ED6-B2EE-E2004702C12B}:272"/>
  <p:tag name="ISPRING_SLIDE_ID_2" val="{27078030-2C61-4EA0-943A-A8D201F8867E}"/>
</p:tagLst>
</file>

<file path=ppt/tags/tag9.xml><?xml version="1.0" encoding="utf-8"?>
<p:tagLst xmlns:a="http://schemas.openxmlformats.org/drawingml/2006/main" xmlns:r="http://schemas.openxmlformats.org/officeDocument/2006/relationships" xmlns:p="http://schemas.openxmlformats.org/presentationml/2006/main">
  <p:tag name="ISPRING_SLIDE_INDENT_LEVEL" val="0"/>
  <p:tag name="ISPRING_CUSTOM_TIMING_USED" val="1"/>
  <p:tag name="GENSWF_ADVANCE_TIME" val="57.011"/>
  <p:tag name="TIMING" val="|1.334|4.506|4.196|0.742|7.99|7.977|0.646|2.823|2.447|3.131"/>
  <p:tag name="GENSWF_SLIDE_UID" val="{A6BB4A9F-501C-4BC8-8915-73A4601581B3}:274"/>
  <p:tag name="ISPRING_SLIDE_ID_2" val="{B65C28E6-7D7E-4DCF-83AD-DE8B178A92F2}"/>
</p:tagLst>
</file>

<file path=ppt/tags/tag10.xml><?xml version="1.0" encoding="utf-8"?>
<p:tagLst xmlns:a="http://schemas.openxmlformats.org/drawingml/2006/main" xmlns:r="http://schemas.openxmlformats.org/officeDocument/2006/relationships" xmlns:p="http://schemas.openxmlformats.org/presentationml/2006/main">
  <p:tag name="ISPRING_SLIDE_INDENT_LEVEL" val="0"/>
  <p:tag name="ISPRING_CUSTOM_TIMING_USED" val="1"/>
  <p:tag name="GENSWF_ADVANCE_TIME" val="20.543"/>
  <p:tag name="GENSWF_SLIDE_UID" val="{F1BE733D-4706-48ED-A322-161075B9A873}:283"/>
  <p:tag name="ISPRING_SLIDE_ID_2" val="{BD583FE8-C700-44E2-97F4-431FAB6C6BEF}"/>
</p:tagLst>
</file>

<file path=ppt/tags/tag11.xml><?xml version="1.0" encoding="utf-8"?>
<p:tagLst xmlns:a="http://schemas.openxmlformats.org/drawingml/2006/main" xmlns:r="http://schemas.openxmlformats.org/officeDocument/2006/relationships" xmlns:p="http://schemas.openxmlformats.org/presentationml/2006/main">
  <p:tag name="ISPRING_SLIDE_INDENT_LEVEL" val="0"/>
  <p:tag name="ISPRING_CUSTOM_TIMING_USED" val="1"/>
  <p:tag name="GENSWF_ADVANCE_TIME" val="66.311"/>
  <p:tag name="TIMING" val="|1.518|40.3"/>
  <p:tag name="GENSWF_SLIDE_UID" val="{9E1AE4AE-BA1E-4922-B689-EB4EED0CC1CB}:281"/>
  <p:tag name="ISPRING_SLIDE_ID_2" val="{725A3568-989B-4BAD-A9B3-472A04962448}"/>
</p:tagLst>
</file>

<file path=ppt/tags/tag12.xml><?xml version="1.0" encoding="utf-8"?>
<p:tagLst xmlns:a="http://schemas.openxmlformats.org/drawingml/2006/main" xmlns:r="http://schemas.openxmlformats.org/officeDocument/2006/relationships" xmlns:p="http://schemas.openxmlformats.org/presentationml/2006/main">
  <p:tag name="ISPRING_SLIDE_INDENT_LEVEL" val="0"/>
  <p:tag name="ISPRING_CUSTOM_TIMING_USED" val="1"/>
  <p:tag name="GENSWF_ADVANCE_TIME" val="105.462"/>
  <p:tag name="GENSWF_SLIDE_UID" val="{0FE8437F-43D1-4AC6-AE8B-E8EF7291B8A6}:280"/>
  <p:tag name="ISPRING_SLIDE_ID_2" val="{A3DA3D07-8887-4806-B681-6086C6FB8F73}"/>
</p:tagLst>
</file>

<file path=ppt/tags/tag13.xml><?xml version="1.0" encoding="utf-8"?>
<p:tagLst xmlns:a="http://schemas.openxmlformats.org/drawingml/2006/main" xmlns:r="http://schemas.openxmlformats.org/officeDocument/2006/relationships" xmlns:p="http://schemas.openxmlformats.org/presentationml/2006/main">
  <p:tag name="ISPRING_SLIDE_INDENT_LEVEL" val="0"/>
  <p:tag name="ISPRING_CUSTOM_TIMING_USED" val="1"/>
  <p:tag name="GENSWF_ADVANCE_TIME" val="57.462"/>
  <p:tag name="TIMING" val="|1.715|13.909|4.427|4.726|13.035"/>
  <p:tag name="GENSWF_SLIDE_UID" val="{D26CC5FB-3328-4D7D-8D61-624907EEE82D}:276"/>
  <p:tag name="ISPRING_SLIDE_ID_2" val="{51D8D9B4-9B38-4B1F-A396-EDDA1CAF2EE5}"/>
</p:tagLst>
</file>

<file path=ppt/tags/tag14.xml><?xml version="1.0" encoding="utf-8"?>
<p:tagLst xmlns:a="http://schemas.openxmlformats.org/drawingml/2006/main" xmlns:r="http://schemas.openxmlformats.org/officeDocument/2006/relationships" xmlns:p="http://schemas.openxmlformats.org/presentationml/2006/main">
  <p:tag name="ISPRING_SLIDE_INDENT_LEVEL" val="0"/>
  <p:tag name="ISPRING_CUSTOM_TIMING_USED" val="1"/>
  <p:tag name="GENSWF_ADVANCE_TIME" val="34.646"/>
  <p:tag name="TIMING" val="|2.826|15.459|7.901"/>
  <p:tag name="GENSWF_SLIDE_UID" val="{275737EA-B725-4A87-B4CD-CD9085EF21EC}:282"/>
  <p:tag name="ISPRING_SLIDE_ID_2" val="{25CDCE71-948A-4828-80CF-F5E5A5E80254}"/>
</p:tagLst>
</file>

<file path=ppt/tags/tag15.xml><?xml version="1.0" encoding="utf-8"?>
<p:tagLst xmlns:a="http://schemas.openxmlformats.org/drawingml/2006/main" xmlns:r="http://schemas.openxmlformats.org/officeDocument/2006/relationships" xmlns:p="http://schemas.openxmlformats.org/presentationml/2006/main">
  <p:tag name="ISPRING_SLIDE_INDENT_LEVEL" val="0"/>
  <p:tag name="ISPRING_CUSTOM_TIMING_USED" val="1"/>
  <p:tag name="GENSWF_ADVANCE_TIME" val="36.204"/>
  <p:tag name="TIMING" val="|0.656|0.814|10.795|5.987|5.554"/>
  <p:tag name="GENSWF_SLIDE_UID" val="{486041BA-9CD9-427B-8428-A60F3DD639F4}:275"/>
  <p:tag name="ISPRING_SLIDE_ID_2" val="{0D323A5A-EBED-455A-B005-D6911D3D6601}"/>
</p:tagLst>
</file>

<file path=ppt/tags/tag16.xml><?xml version="1.0" encoding="utf-8"?>
<p:tagLst xmlns:a="http://schemas.openxmlformats.org/drawingml/2006/main" xmlns:r="http://schemas.openxmlformats.org/officeDocument/2006/relationships" xmlns:p="http://schemas.openxmlformats.org/presentationml/2006/main">
  <p:tag name="ISPRING_SLIDE_INDENT_LEVEL" val="0"/>
  <p:tag name="ISPRING_CUSTOM_TIMING_USED" val="1"/>
  <p:tag name="GENSWF_ADVANCE_TIME" val="103.998"/>
  <p:tag name="TIMING" val="|1.709|4.188|10.269|9.567|8.693|19.452|15.954"/>
  <p:tag name="GENSWF_SLIDE_UID" val="{18A85734-6EDC-456C-8F4A-CD853EEED126}:278"/>
  <p:tag name="ISPRING_SLIDE_ID_2" val="{A6244D99-B3E7-4DE3-9692-F772FFAF25D0}"/>
</p:tagLst>
</file>

<file path=ppt/tags/tag17.xml><?xml version="1.0" encoding="utf-8"?>
<p:tagLst xmlns:a="http://schemas.openxmlformats.org/drawingml/2006/main" xmlns:r="http://schemas.openxmlformats.org/officeDocument/2006/relationships" xmlns:p="http://schemas.openxmlformats.org/presentationml/2006/main">
  <p:tag name="ISPRING_SLIDE_INDENT_LEVEL" val="0"/>
  <p:tag name="ISPRING_CUSTOM_TIMING_USED" val="1"/>
  <p:tag name="GENSWF_ADVANCE_TIME" val="33.034"/>
  <p:tag name="TIMING" val="|1.22|3.291|1.379|1.326|1.856|2.227|1.379|1.432|5.248|5.619"/>
  <p:tag name="GENSWF_SLIDE_UID" val="{545A7E18-D5FE-4C29-9A8E-C0BDD65DBAB9}:277"/>
  <p:tag name="ISPRING_SLIDE_ID_2" val="{D5729521-B0C7-4424-9CB5-15678502057F}"/>
</p:tagLst>
</file>

<file path=ppt/tags/tag18.xml><?xml version="1.0" encoding="utf-8"?>
<p:tagLst xmlns:a="http://schemas.openxmlformats.org/drawingml/2006/main" xmlns:r="http://schemas.openxmlformats.org/officeDocument/2006/relationships" xmlns:p="http://schemas.openxmlformats.org/presentationml/2006/main">
  <p:tag name="ISPRING_SLIDE_INDENT_LEVEL" val="0"/>
  <p:tag name="ISPRING_CUSTOM_TIMING_USED" val="1"/>
  <p:tag name="GENSWF_ADVANCE_TIME" val="29.371"/>
  <p:tag name="TIMING" val="|1.417|6.511|9.117|4.612"/>
  <p:tag name="GENSWF_SLIDE_UID" val="{55D1BB8D-09F2-439D-A6ED-6F00BEE0A838}:279"/>
  <p:tag name="ISPRING_SLIDE_ID_2" val="{96BF3D6E-139E-4CCA-A6D8-639C27E2CD05}"/>
</p:tagLst>
</file>

<file path=ppt/tags/tag19.xml><?xml version="1.0" encoding="utf-8"?>
<p:tagLst xmlns:a="http://schemas.openxmlformats.org/drawingml/2006/main" xmlns:r="http://schemas.openxmlformats.org/officeDocument/2006/relationships" xmlns:p="http://schemas.openxmlformats.org/presentationml/2006/main">
  <p:tag name="ISPRING_SLIDE_INDENT_LEVEL" val="0"/>
  <p:tag name="ISPRING_CUSTOM_TIMING_USED" val="1"/>
  <p:tag name="GENSWF_ADVANCE_TIME" val="8.508"/>
  <p:tag name="GENSWF_SLIDE_UID" val="{574EF399-EBD8-4935-9FC7-28D31CDEF6F5}:284"/>
  <p:tag name="ISPRING_SLIDE_ID_2" val="{24D17384-CB77-42B8-B2DB-DD637AB9B311}"/>
</p:tagLst>
</file>

<file path=ppt/theme/theme1.xml><?xml version="1.0" encoding="utf-8"?>
<a:theme xmlns:a="http://schemas.openxmlformats.org/drawingml/2006/main" name="Office Theme">
  <a:themeElements>
    <a:clrScheme name="GAT">
      <a:dk1>
        <a:srgbClr val="145DA0"/>
      </a:dk1>
      <a:lt1>
        <a:sysClr val="window" lastClr="FFFFFF"/>
      </a:lt1>
      <a:dk2>
        <a:srgbClr val="051D40"/>
      </a:dk2>
      <a:lt2>
        <a:srgbClr val="B1D4E0"/>
      </a:lt2>
      <a:accent1>
        <a:srgbClr val="0F6FC6"/>
      </a:accent1>
      <a:accent2>
        <a:srgbClr val="56AEFF"/>
      </a:accent2>
      <a:accent3>
        <a:srgbClr val="56AEFF"/>
      </a:accent3>
      <a:accent4>
        <a:srgbClr val="56AEFF"/>
      </a:accent4>
      <a:accent5>
        <a:srgbClr val="7CCA62"/>
      </a:accent5>
      <a:accent6>
        <a:srgbClr val="7CCA62"/>
      </a:accent6>
      <a:hlink>
        <a:srgbClr val="F49100"/>
      </a:hlink>
      <a:folHlink>
        <a:srgbClr val="7CCA6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AT Powerpoint Aviation 2024.potx" id="{D2CEBEF6-034D-4627-96EE-02E8589B2B2B}" vid="{9D845E18-6A47-4572-83E4-230ABEEA507A}"/>
    </a:ext>
  </a:extLst>
</a:theme>
</file>

<file path=ppt/theme/theme2.xml><?xml version="1.0" encoding="utf-8"?>
<a:theme xmlns:a="http://schemas.openxmlformats.org/drawingml/2006/main" name="Office Theme">
  <a:themeElements>
    <a:clrScheme name="GAT">
      <a:dk1>
        <a:srgbClr val="145DA0"/>
      </a:dk1>
      <a:lt1>
        <a:sysClr val="window" lastClr="FFFFFF"/>
      </a:lt1>
      <a:dk2>
        <a:srgbClr val="051D40"/>
      </a:dk2>
      <a:lt2>
        <a:srgbClr val="B1D4E0"/>
      </a:lt2>
      <a:accent1>
        <a:srgbClr val="0F6FC6"/>
      </a:accent1>
      <a:accent2>
        <a:srgbClr val="56AEFF"/>
      </a:accent2>
      <a:accent3>
        <a:srgbClr val="56AEFF"/>
      </a:accent3>
      <a:accent4>
        <a:srgbClr val="56AEFF"/>
      </a:accent4>
      <a:accent5>
        <a:srgbClr val="7CCA62"/>
      </a:accent5>
      <a:accent6>
        <a:srgbClr val="7CCA62"/>
      </a:accent6>
      <a:hlink>
        <a:srgbClr val="F49100"/>
      </a:hlink>
      <a:folHlink>
        <a:srgbClr val="7CCA6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AT.potx" id="{9A5CE054-A3B3-4A3F-8E99-480DEAF55562}" vid="{AF773F83-0481-4115-9683-5B1CE8F5C695}"/>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50053ab6-3a45-4ddf-a18b-3da73e5f9d77" xsi:nil="true"/>
    <lcf76f155ced4ddcb4097134ff3c332f xmlns="341de346-6e57-41d4-8792-db8afb6ff8ae">
      <Terms xmlns="http://schemas.microsoft.com/office/infopath/2007/PartnerControls"/>
    </lcf76f155ced4ddcb4097134ff3c332f>
    <Item xmlns="341de346-6e57-41d4-8792-db8afb6ff8ae">Presentation</Item>
    <Note xmlns="341de346-6e57-41d4-8792-db8afb6ff8ae" xsi:nil="true"/>
    <Updated_x0020_by xmlns="341de346-6e57-41d4-8792-db8afb6ff8ae">
      <UserInfo>
        <DisplayName/>
        <AccountId xsi:nil="true"/>
        <AccountType/>
      </UserInfo>
    </Updated_x0020_by>
    <Status xmlns="341de346-6e57-41d4-8792-db8afb6ff8ae">Complete</Status>
    <Updated xmlns="341de346-6e57-41d4-8792-db8afb6ff8ae" xsi:nil="true"/>
    <Next_x0020_review xmlns="341de346-6e57-41d4-8792-db8afb6ff8ae" xsi:nil="true"/>
    <Day xmlns="341de346-6e57-41d4-8792-db8afb6ff8ae">0</Day>
    <Author0 xmlns="341de346-6e57-41d4-8792-db8afb6ff8ae" xsi:nil="true"/>
    <Proofed_x0020_by xmlns="341de346-6e57-41d4-8792-db8afb6ff8ae">
      <UserInfo>
        <DisplayName/>
        <AccountId xsi:nil="true"/>
        <AccountType/>
      </UserInfo>
    </Proofed_x0020_by>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1ECDD9DDA5D6F43962C0B3E10122E1B" ma:contentTypeVersion="32" ma:contentTypeDescription="Create a new document." ma:contentTypeScope="" ma:versionID="4c4eddf35749aab1e9962188288bbcca">
  <xsd:schema xmlns:xsd="http://www.w3.org/2001/XMLSchema" xmlns:xs="http://www.w3.org/2001/XMLSchema" xmlns:p="http://schemas.microsoft.com/office/2006/metadata/properties" xmlns:ns2="341de346-6e57-41d4-8792-db8afb6ff8ae" xmlns:ns3="3b3b2c82-e695-4142-bf2c-92a9c814cdb5" xmlns:ns4="50053ab6-3a45-4ddf-a18b-3da73e5f9d77" targetNamespace="http://schemas.microsoft.com/office/2006/metadata/properties" ma:root="true" ma:fieldsID="0e21e79ed5239e890cf42f5df063db1d" ns2:_="" ns3:_="" ns4:_="">
    <xsd:import namespace="341de346-6e57-41d4-8792-db8afb6ff8ae"/>
    <xsd:import namespace="3b3b2c82-e695-4142-bf2c-92a9c814cdb5"/>
    <xsd:import namespace="50053ab6-3a45-4ddf-a18b-3da73e5f9d77"/>
    <xsd:element name="properties">
      <xsd:complexType>
        <xsd:sequence>
          <xsd:element name="documentManagement">
            <xsd:complexType>
              <xsd:all>
                <xsd:element ref="ns2:Day" minOccurs="0"/>
                <xsd:element ref="ns2:Status"/>
                <xsd:element ref="ns2:Updated" minOccurs="0"/>
                <xsd:element ref="ns2:Updated_x0020_by" minOccurs="0"/>
                <xsd:element ref="ns2:Item"/>
                <xsd:element ref="ns2:Note" minOccurs="0"/>
                <xsd:element ref="ns2:Next_x0020_review" minOccurs="0"/>
                <xsd:element ref="ns2:Proofed_x0020_by" minOccurs="0"/>
                <xsd:element ref="ns2:Author0" minOccurs="0"/>
                <xsd:element ref="ns2:MediaServiceMetadata" minOccurs="0"/>
                <xsd:element ref="ns2:MediaServiceFastMetadata" minOccurs="0"/>
                <xsd:element ref="ns2:MediaServiceDateTaken" minOccurs="0"/>
                <xsd:element ref="ns2:MediaServiceAutoTags" minOccurs="0"/>
                <xsd:element ref="ns2:MediaServiceOCR"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LengthInSeconds" minOccurs="0"/>
                <xsd:element ref="ns2:lcf76f155ced4ddcb4097134ff3c332f" minOccurs="0"/>
                <xsd:element ref="ns4: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41de346-6e57-41d4-8792-db8afb6ff8ae" elementFormDefault="qualified">
    <xsd:import namespace="http://schemas.microsoft.com/office/2006/documentManagement/types"/>
    <xsd:import namespace="http://schemas.microsoft.com/office/infopath/2007/PartnerControls"/>
    <xsd:element name="Day" ma:index="2" nillable="true" ma:displayName="Day" ma:default="0" ma:indexed="true" ma:internalName="Day" ma:percentage="FALSE">
      <xsd:simpleType>
        <xsd:restriction base="dms:Number"/>
      </xsd:simpleType>
    </xsd:element>
    <xsd:element name="Status" ma:index="3" ma:displayName="Status" ma:default="InProgress" ma:format="RadioButtons" ma:indexed="true" ma:internalName="Status">
      <xsd:simpleType>
        <xsd:restriction base="dms:Choice">
          <xsd:enumeration value="InProgress"/>
          <xsd:enumeration value="Complete"/>
          <xsd:enumeration value="Released"/>
          <xsd:enumeration value="PDI"/>
          <xsd:enumeration value="Archived"/>
        </xsd:restriction>
      </xsd:simpleType>
    </xsd:element>
    <xsd:element name="Updated" ma:index="4" nillable="true" ma:displayName="Updated" ma:format="DateOnly" ma:internalName="Updated">
      <xsd:simpleType>
        <xsd:restriction base="dms:DateTime"/>
      </xsd:simpleType>
    </xsd:element>
    <xsd:element name="Updated_x0020_by" ma:index="5" nillable="true" ma:displayName="Updated by" ma:list="UserInfo" ma:SharePointGroup="0" ma:internalName="Updated_x0020_by">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Item" ma:index="6" ma:displayName="Item" ma:format="Dropdown" ma:indexed="true" ma:internalName="Item">
      <xsd:simpleType>
        <xsd:restriction base="dms:Choice">
          <xsd:enumeration value="Presentation"/>
          <xsd:enumeration value="Handout"/>
          <xsd:enumeration value="Reference"/>
          <xsd:enumeration value="Manual"/>
          <xsd:enumeration value="Video"/>
          <xsd:enumeration value="Certificate"/>
          <xsd:enumeration value="Pre-course"/>
          <xsd:enumeration value="Exam"/>
          <xsd:enumeration value="Trainer"/>
          <xsd:enumeration value="Case Study"/>
          <xsd:enumeration value="Folderwrap"/>
          <xsd:enumeration value="Delegate Resource"/>
        </xsd:restriction>
      </xsd:simpleType>
    </xsd:element>
    <xsd:element name="Note" ma:index="7" nillable="true" ma:displayName="Note" ma:description="Note" ma:internalName="Note">
      <xsd:simpleType>
        <xsd:restriction base="dms:Text">
          <xsd:maxLength value="255"/>
        </xsd:restriction>
      </xsd:simpleType>
    </xsd:element>
    <xsd:element name="Next_x0020_review" ma:index="8" nillable="true" ma:displayName="Next review" ma:format="DateOnly" ma:internalName="Next_x0020_review">
      <xsd:simpleType>
        <xsd:restriction base="dms:DateTime"/>
      </xsd:simpleType>
    </xsd:element>
    <xsd:element name="Proofed_x0020_by" ma:index="9" nillable="true" ma:displayName="Released by" ma:list="UserInfo" ma:SharePointGroup="0" ma:internalName="Proofed_x0020_by" ma:readOnly="false"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uthor0" ma:index="10" nillable="true" ma:displayName="Author" ma:internalName="Author0">
      <xsd:simpleType>
        <xsd:restriction base="dms:Text">
          <xsd:maxLength value="255"/>
        </xsd:restriction>
      </xsd:simple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DateTaken" ma:index="19" nillable="true" ma:displayName="MediaServiceDateTaken" ma:hidden="true" ma:internalName="MediaServiceDateTaken" ma:readOnly="true">
      <xsd:simpleType>
        <xsd:restriction base="dms:Text"/>
      </xsd:simpleType>
    </xsd:element>
    <xsd:element name="MediaServiceAutoTags" ma:index="20" nillable="true" ma:displayName="MediaServiceAutoTags" ma:internalName="MediaServiceAutoTags" ma:readOnly="true">
      <xsd:simpleType>
        <xsd:restriction base="dms:Text"/>
      </xsd:simpleType>
    </xsd:element>
    <xsd:element name="MediaServiceOCR" ma:index="21" nillable="true" ma:displayName="MediaServiceOCR" ma:internalName="MediaServiceOCR" ma:readOnly="true">
      <xsd:simpleType>
        <xsd:restriction base="dms:Note">
          <xsd:maxLength value="255"/>
        </xsd:restriction>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GenerationTime" ma:index="23" nillable="true" ma:displayName="MediaServiceGenerationTime" ma:hidden="true" ma:internalName="MediaServiceGenerationTime" ma:readOnly="true">
      <xsd:simpleType>
        <xsd:restriction base="dms:Text"/>
      </xsd:simpleType>
    </xsd:element>
    <xsd:element name="MediaServiceAutoKeyPoints" ma:index="26" nillable="true" ma:displayName="MediaServiceAutoKeyPoints" ma:hidden="true" ma:internalName="MediaServiceAutoKeyPoints" ma:readOnly="true">
      <xsd:simpleType>
        <xsd:restriction base="dms:Note"/>
      </xsd:simpleType>
    </xsd:element>
    <xsd:element name="MediaServiceKeyPoints" ma:index="27" nillable="true" ma:displayName="KeyPoints" ma:internalName="MediaServiceKeyPoints" ma:readOnly="true">
      <xsd:simpleType>
        <xsd:restriction base="dms:Note">
          <xsd:maxLength value="255"/>
        </xsd:restriction>
      </xsd:simpleType>
    </xsd:element>
    <xsd:element name="MediaLengthInSeconds" ma:index="28" nillable="true" ma:displayName="Length (seconds)" ma:internalName="MediaLengthInSeconds" ma:readOnly="true">
      <xsd:simpleType>
        <xsd:restriction base="dms:Unknown"/>
      </xsd:simpleType>
    </xsd:element>
    <xsd:element name="lcf76f155ced4ddcb4097134ff3c332f" ma:index="30" nillable="true" ma:taxonomy="true" ma:internalName="lcf76f155ced4ddcb4097134ff3c332f" ma:taxonomyFieldName="MediaServiceImageTags" ma:displayName="Image Tags" ma:readOnly="false" ma:fieldId="{5cf76f15-5ced-4ddc-b409-7134ff3c332f}" ma:taxonomyMulti="true" ma:sspId="30783952-a2fd-4542-a5e4-878ecc877e36"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32" nillable="true" ma:displayName="MediaServiceObjectDetectorVersions" ma:hidden="true" ma:indexed="true" ma:internalName="MediaServiceObjectDetectorVersions" ma:readOnly="true">
      <xsd:simpleType>
        <xsd:restriction base="dms:Text"/>
      </xsd:simpleType>
    </xsd:element>
    <xsd:element name="MediaServiceSearchProperties" ma:index="3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b3b2c82-e695-4142-bf2c-92a9c814cdb5" elementFormDefault="qualified">
    <xsd:import namespace="http://schemas.microsoft.com/office/2006/documentManagement/types"/>
    <xsd:import namespace="http://schemas.microsoft.com/office/infopath/2007/PartnerControls"/>
    <xsd:element name="SharedWithUsers" ma:index="2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0053ab6-3a45-4ddf-a18b-3da73e5f9d77" elementFormDefault="qualified">
    <xsd:import namespace="http://schemas.microsoft.com/office/2006/documentManagement/types"/>
    <xsd:import namespace="http://schemas.microsoft.com/office/infopath/2007/PartnerControls"/>
    <xsd:element name="TaxCatchAll" ma:index="31" nillable="true" ma:displayName="Taxonomy Catch All Column" ma:hidden="true" ma:list="{7d99288c-e85e-4c9f-93f9-47217d0a17aa}" ma:internalName="TaxCatchAll" ma:showField="CatchAllData" ma:web="50053ab6-3a45-4ddf-a18b-3da73e5f9d7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5"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E439E21-BDF5-4F88-B01A-94CE02685235}">
  <ds:schemaRefs>
    <ds:schemaRef ds:uri="http://schemas.microsoft.com/sharepoint/v3/contenttype/forms"/>
  </ds:schemaRefs>
</ds:datastoreItem>
</file>

<file path=customXml/itemProps2.xml><?xml version="1.0" encoding="utf-8"?>
<ds:datastoreItem xmlns:ds="http://schemas.openxmlformats.org/officeDocument/2006/customXml" ds:itemID="{CF16CA36-EBE6-4D14-84FD-2D6659C3244C}">
  <ds:schemaRefs>
    <ds:schemaRef ds:uri="http://www.w3.org/XML/1998/namespace"/>
    <ds:schemaRef ds:uri="http://purl.org/dc/dcmitype/"/>
    <ds:schemaRef ds:uri="http://purl.org/dc/terms/"/>
    <ds:schemaRef ds:uri="http://purl.org/dc/elements/1.1/"/>
    <ds:schemaRef ds:uri="http://schemas.microsoft.com/office/2006/documentManagement/types"/>
    <ds:schemaRef ds:uri="http://schemas.microsoft.com/office/2006/metadata/properties"/>
    <ds:schemaRef ds:uri="http://schemas.microsoft.com/office/infopath/2007/PartnerControls"/>
    <ds:schemaRef ds:uri="3b3b2c82-e695-4142-bf2c-92a9c814cdb5"/>
    <ds:schemaRef ds:uri="50053ab6-3a45-4ddf-a18b-3da73e5f9d77"/>
    <ds:schemaRef ds:uri="http://schemas.openxmlformats.org/package/2006/metadata/core-properties"/>
    <ds:schemaRef ds:uri="341de346-6e57-41d4-8792-db8afb6ff8ae"/>
  </ds:schemaRefs>
</ds:datastoreItem>
</file>

<file path=customXml/itemProps3.xml><?xml version="1.0" encoding="utf-8"?>
<ds:datastoreItem xmlns:ds="http://schemas.openxmlformats.org/officeDocument/2006/customXml" ds:itemID="{02C3719C-6165-4B4F-B888-92AEE2A23EBB}"/>
</file>

<file path=docProps/app.xml><?xml version="1.0" encoding="utf-8"?>
<Properties xmlns="http://schemas.openxmlformats.org/officeDocument/2006/extended-properties" xmlns:vt="http://schemas.openxmlformats.org/officeDocument/2006/docPropsVTypes">
  <Template>GAT Powerpoint Aviation 2024</Template>
  <TotalTime>0</TotalTime>
  <Words>3897</Words>
  <Application>Microsoft Office PowerPoint</Application>
  <PresentationFormat>Widescreen</PresentationFormat>
  <Paragraphs>218</Paragraphs>
  <Slides>18</Slides>
  <Notes>18</Notes>
  <HiddenSlides>0</HiddenSlides>
  <MMClips>1</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18</vt:i4>
      </vt:variant>
    </vt:vector>
  </HeadingPairs>
  <TitlesOfParts>
    <vt:vector size="28" baseType="lpstr">
      <vt:lpstr>Arial</vt:lpstr>
      <vt:lpstr>Calibri</vt:lpstr>
      <vt:lpstr>Franklin Gothic Book</vt:lpstr>
      <vt:lpstr>Roboto</vt:lpstr>
      <vt:lpstr>Roboto Condensed Medium</vt:lpstr>
      <vt:lpstr>Roboto Medium</vt:lpstr>
      <vt:lpstr>Söhne</vt:lpstr>
      <vt:lpstr>Wingdings</vt:lpstr>
      <vt:lpstr>Office Theme</vt:lpstr>
      <vt:lpstr>Office Theme</vt:lpstr>
      <vt:lpstr>Crew Resource Management</vt:lpstr>
      <vt:lpstr>Human error – early research</vt:lpstr>
      <vt:lpstr>Human error – further research</vt:lpstr>
      <vt:lpstr>Are errors always bad?</vt:lpstr>
      <vt:lpstr>Defining human error?</vt:lpstr>
      <vt:lpstr>Categorising errors</vt:lpstr>
      <vt:lpstr>Categorising human error</vt:lpstr>
      <vt:lpstr>Human error and accident causation</vt:lpstr>
      <vt:lpstr>Error causes and consequences</vt:lpstr>
      <vt:lpstr>Error consequences depend on context</vt:lpstr>
      <vt:lpstr>The error chain</vt:lpstr>
      <vt:lpstr>Managing error</vt:lpstr>
      <vt:lpstr>Design for error reduction and prevention</vt:lpstr>
      <vt:lpstr>Blaming and fault</vt:lpstr>
      <vt:lpstr>Reliability</vt:lpstr>
      <vt:lpstr>Reliability</vt:lpstr>
      <vt:lpstr>Summary</vt:lpstr>
      <vt:lpstr>Quiz</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3 Human Error &amp; Reliability 2024</dc:title>
  <dc:creator>Georgia Jones</dc:creator>
  <cp:lastModifiedBy>David Lloyd</cp:lastModifiedBy>
  <cp:revision>45</cp:revision>
  <dcterms:created xsi:type="dcterms:W3CDTF">2023-10-23T13:15:53Z</dcterms:created>
  <dcterms:modified xsi:type="dcterms:W3CDTF">2025-09-01T14:59:53Z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0x010100F1ECDD9DDA5D6F43962C0B3E10122E1B</vt:lpwstr>
  </property>
  <property fmtid="{D5CDD505-2E9C-101B-9397-08002B2CF9AE}" pid="3" name="MediaServiceImageTags">
    <vt:lpwstr/>
  </property>
</Properties>
</file>